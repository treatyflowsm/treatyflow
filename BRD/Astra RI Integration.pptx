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handoutMasterIdLst>
    <p:handoutMasterId r:id="rId15"/>
  </p:handoutMasterIdLst>
  <p:sldIdLst>
    <p:sldId id="395" r:id="rId3"/>
    <p:sldId id="529" r:id="rId4"/>
    <p:sldId id="536" r:id="rId5"/>
    <p:sldId id="537" r:id="rId6"/>
    <p:sldId id="538" r:id="rId7"/>
    <p:sldId id="539" r:id="rId8"/>
    <p:sldId id="540" r:id="rId9"/>
    <p:sldId id="541" r:id="rId10"/>
    <p:sldId id="542" r:id="rId11"/>
    <p:sldId id="543" r:id="rId12"/>
    <p:sldId id="53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AC1"/>
    <a:srgbClr val="008CC7"/>
    <a:srgbClr val="DE347C"/>
    <a:srgbClr val="008080"/>
    <a:srgbClr val="66CCFF"/>
    <a:srgbClr val="CC9900"/>
    <a:srgbClr val="FFCC66"/>
    <a:srgbClr val="99FFCC"/>
    <a:srgbClr val="5A62AD"/>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16" autoAdjust="0"/>
    <p:restoredTop sz="96208"/>
  </p:normalViewPr>
  <p:slideViewPr>
    <p:cSldViewPr snapToGrid="0">
      <p:cViewPr varScale="1">
        <p:scale>
          <a:sx n="71" d="100"/>
          <a:sy n="71" d="100"/>
        </p:scale>
        <p:origin x="552" y="54"/>
      </p:cViewPr>
      <p:guideLst>
        <p:guide pos="7265"/>
        <p:guide pos="3840"/>
        <p:guide orient="horz" pos="96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880" y="7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handoutMaster" Target="handoutMasters/handoutMaster1.xml"/><Relationship Id="rId14" Type="http://schemas.openxmlformats.org/officeDocument/2006/relationships/notesMaster" Target="notesMasters/notesMaster1.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CFB785D5-5BEA-46BF-B3D7-5162998CE539}" type="doc">
      <dgm:prSet loTypeId="urn:microsoft.com/office/officeart/2005/8/layout/hList2" loCatId="list" qsTypeId="urn:microsoft.com/office/officeart/2005/8/quickstyle/simple1" qsCatId="simple" csTypeId="urn:microsoft.com/office/officeart/2005/8/colors/colorful1" csCatId="colorful" phldr="1"/>
      <dgm:spPr/>
      <dgm:t>
        <a:bodyPr/>
        <a:lstStyle/>
        <a:p>
          <a:endParaRPr lang="en-IN"/>
        </a:p>
      </dgm:t>
    </dgm:pt>
    <dgm:pt modelId="{9D83D249-1A05-423C-A8E7-5A835258DDE5}">
      <dgm:prSet phldrT="[Text]"/>
      <dgm:spPr/>
      <dgm:t>
        <a:bodyPr/>
        <a:lstStyle/>
        <a:p>
          <a:r>
            <a:rPr kumimoji="0" lang="en-US" altLang="en-GB" b="1" i="0" u="none" strike="noStrike" cap="none" spc="0" normalizeH="0" baseline="0" noProof="0" smtClean="0">
              <a:effectLst/>
              <a:uLnTx/>
              <a:uFillTx/>
              <a:latin typeface="Calibri" panose="020F0502020204030204"/>
            </a:rPr>
            <a:t>Product configuration</a:t>
          </a:r>
          <a:endParaRPr lang="en-IN" dirty="0"/>
        </a:p>
      </dgm:t>
    </dgm:pt>
    <dgm:pt modelId="{AB5E98E8-3FE2-453B-8690-843B93201B69}" cxnId="{B7619DC6-39CE-4324-B994-537C04A9E9BF}" type="parTrans">
      <dgm:prSet/>
      <dgm:spPr/>
      <dgm:t>
        <a:bodyPr/>
        <a:lstStyle/>
        <a:p>
          <a:endParaRPr lang="en-IN"/>
        </a:p>
      </dgm:t>
    </dgm:pt>
    <dgm:pt modelId="{749D0276-352F-4F87-BEE4-4410FE8D43AE}" cxnId="{B7619DC6-39CE-4324-B994-537C04A9E9BF}" type="sibTrans">
      <dgm:prSet/>
      <dgm:spPr/>
      <dgm:t>
        <a:bodyPr/>
        <a:lstStyle/>
        <a:p>
          <a:endParaRPr lang="en-IN"/>
        </a:p>
      </dgm:t>
    </dgm:pt>
    <dgm:pt modelId="{0785FE9D-D20A-4D61-809B-3B8FAE66A43C}">
      <dgm:prSet phldrT="[Text]" custT="1"/>
      <dgm:spPr/>
      <dgm:t>
        <a:bodyPr/>
        <a:lstStyle/>
        <a:p>
          <a:pPr marL="171450" indent="-171450"/>
          <a:r>
            <a:rPr kumimoji="0" lang="en-GB" sz="1200" b="1" i="0" u="none" strike="noStrike" cap="none" spc="0" normalizeH="0" baseline="0" noProof="0" smtClean="0">
              <a:effectLst/>
              <a:uLnTx/>
              <a:uFillTx/>
              <a:latin typeface="Calibri" panose="020F0502020204030204" pitchFamily="34" charset="0"/>
              <a:cs typeface="Calibri" panose="020F0502020204030204" pitchFamily="34" charset="0"/>
            </a:rPr>
            <a:t>Peril</a:t>
          </a:r>
          <a:r>
            <a:rPr kumimoji="0" lang="en-GB" sz="1200" b="1" i="0" u="none" strike="noStrike" cap="none" spc="0" normalizeH="0" noProof="0" smtClean="0">
              <a:effectLst/>
              <a:uLnTx/>
              <a:uFillTx/>
              <a:latin typeface="Calibri" panose="020F0502020204030204" pitchFamily="34" charset="0"/>
              <a:cs typeface="Calibri" panose="020F0502020204030204" pitchFamily="34" charset="0"/>
            </a:rPr>
            <a:t> Class Mapping</a:t>
          </a:r>
          <a:endParaRPr lang="en-IN" sz="1200" b="1" dirty="0"/>
        </a:p>
      </dgm:t>
    </dgm:pt>
    <dgm:pt modelId="{D2C717C8-A899-4C45-A01E-C39C068676AD}" cxnId="{EEF3BDA9-7631-4D33-9F4E-BA6F723FDB8C}" type="parTrans">
      <dgm:prSet/>
      <dgm:spPr/>
      <dgm:t>
        <a:bodyPr/>
        <a:lstStyle/>
        <a:p>
          <a:endParaRPr lang="en-IN"/>
        </a:p>
      </dgm:t>
    </dgm:pt>
    <dgm:pt modelId="{6DDEAC8F-8E2F-4613-B242-CC9289E6DEF9}" cxnId="{EEF3BDA9-7631-4D33-9F4E-BA6F723FDB8C}" type="sibTrans">
      <dgm:prSet/>
      <dgm:spPr/>
      <dgm:t>
        <a:bodyPr/>
        <a:lstStyle/>
        <a:p>
          <a:endParaRPr lang="en-IN"/>
        </a:p>
      </dgm:t>
    </dgm:pt>
    <dgm:pt modelId="{48772D12-128A-4E67-A019-433FEDD31DAD}">
      <dgm:prSet phldrT="[Text]" custT="1"/>
      <dgm:spPr/>
      <dgm:t>
        <a:bodyPr/>
        <a:lstStyle/>
        <a:p>
          <a:pPr marL="171450" indent="-171450"/>
          <a:r>
            <a:rPr kumimoji="0" lang="en-GB" sz="1200" b="1" i="0" u="none" strike="noStrike" cap="none" spc="0" normalizeH="0" baseline="0" smtClean="0">
              <a:effectLst/>
              <a:uLnTx/>
              <a:uFillTx/>
              <a:latin typeface="Calibri" panose="020F0502020204030204" pitchFamily="34" charset="0"/>
              <a:cs typeface="Calibri" panose="020F0502020204030204" pitchFamily="34" charset="0"/>
            </a:rPr>
            <a:t>Risk Accumulation parameters</a:t>
          </a:r>
          <a:endParaRPr kumimoji="0" lang="en-IN" sz="1200" b="1" i="0" u="none" strike="noStrike" cap="none" spc="0" normalizeH="0" baseline="0" dirty="0">
            <a:effectLst/>
            <a:uLnTx/>
            <a:uFillTx/>
            <a:latin typeface="Calibri" panose="020F0502020204030204" pitchFamily="34" charset="0"/>
            <a:cs typeface="Calibri" panose="020F0502020204030204" pitchFamily="34" charset="0"/>
          </a:endParaRPr>
        </a:p>
      </dgm:t>
    </dgm:pt>
    <dgm:pt modelId="{649083A9-3226-40DC-AD1D-3DD21C08DDDA}" cxnId="{C8F0FCEC-4822-4B04-8934-FEB5FD3322A0}" type="parTrans">
      <dgm:prSet/>
      <dgm:spPr/>
      <dgm:t>
        <a:bodyPr/>
        <a:lstStyle/>
        <a:p>
          <a:endParaRPr lang="en-IN"/>
        </a:p>
      </dgm:t>
    </dgm:pt>
    <dgm:pt modelId="{81FDB357-10A3-4203-B8E9-713764ED4351}" cxnId="{C8F0FCEC-4822-4B04-8934-FEB5FD3322A0}" type="sibTrans">
      <dgm:prSet/>
      <dgm:spPr/>
      <dgm:t>
        <a:bodyPr/>
        <a:lstStyle/>
        <a:p>
          <a:endParaRPr lang="en-IN"/>
        </a:p>
      </dgm:t>
    </dgm:pt>
    <dgm:pt modelId="{4826AAFF-00DB-4057-97E0-E0F488DCF333}">
      <dgm:prSet phldrT="[Text]"/>
      <dgm:spPr/>
      <dgm:t>
        <a:bodyPr/>
        <a:lstStyle/>
        <a:p>
          <a:r>
            <a:rPr kumimoji="0" lang="en-GB" b="1" i="0" u="none" strike="noStrike" cap="none" spc="0" normalizeH="0" baseline="0" noProof="0" smtClean="0">
              <a:effectLst/>
              <a:uLnTx/>
              <a:uFillTx/>
              <a:latin typeface="Calibri" panose="020F0502020204030204"/>
            </a:rPr>
            <a:t>Details Required From/To UW</a:t>
          </a:r>
          <a:endParaRPr lang="en-IN" dirty="0"/>
        </a:p>
      </dgm:t>
    </dgm:pt>
    <dgm:pt modelId="{5D0C82F8-B152-4956-8DBA-00D77200A09E}" cxnId="{C1F53D1F-C8CF-473E-AC7B-50038DE7CD77}" type="parTrans">
      <dgm:prSet/>
      <dgm:spPr/>
      <dgm:t>
        <a:bodyPr/>
        <a:lstStyle/>
        <a:p>
          <a:endParaRPr lang="en-IN"/>
        </a:p>
      </dgm:t>
    </dgm:pt>
    <dgm:pt modelId="{999783FA-5BDD-40B8-8A36-83AA6109D732}" cxnId="{C1F53D1F-C8CF-473E-AC7B-50038DE7CD77}" type="sibTrans">
      <dgm:prSet/>
      <dgm:spPr/>
      <dgm:t>
        <a:bodyPr/>
        <a:lstStyle/>
        <a:p>
          <a:endParaRPr lang="en-IN"/>
        </a:p>
      </dgm:t>
    </dgm:pt>
    <dgm:pt modelId="{B111EF09-BE2A-4DAA-9512-1F5760891C91}">
      <dgm:prSet phldrT="[Text]" custT="1"/>
      <dgm:spPr/>
      <dgm:t>
        <a:bodyPr/>
        <a:lstStyle/>
        <a:p>
          <a:pPr marL="174625" indent="-174625"/>
          <a:r>
            <a:rPr kumimoji="0" lang="en-GB" sz="1200" b="1" i="0" u="none" strike="noStrike" cap="none" spc="0" normalizeH="0" baseline="0" noProof="0" smtClean="0">
              <a:effectLst/>
              <a:uLnTx/>
              <a:uFillTx/>
              <a:latin typeface="Calibri" panose="020F0502020204030204"/>
            </a:rPr>
            <a:t>From </a:t>
          </a:r>
          <a:r>
            <a:rPr kumimoji="0" lang="en-US" altLang="en-GB" sz="1200" b="1" i="0" u="none" strike="noStrike" cap="none" spc="0" normalizeH="0" baseline="0" noProof="0" smtClean="0">
              <a:effectLst/>
              <a:uLnTx/>
              <a:uFillTx/>
              <a:latin typeface="Calibri" panose="020F0502020204030204"/>
            </a:rPr>
            <a:t>UW</a:t>
          </a:r>
          <a:r>
            <a:rPr kumimoji="0" lang="en-GB" sz="1200" b="1" i="0" u="none" strike="noStrike" cap="none" spc="0" normalizeH="0" baseline="0" noProof="0" smtClean="0">
              <a:effectLst/>
              <a:uLnTx/>
              <a:uFillTx/>
              <a:latin typeface="Calibri" panose="020F0502020204030204"/>
            </a:rPr>
            <a:t> Module</a:t>
          </a:r>
          <a:endParaRPr lang="en-IN" sz="1200" b="1" dirty="0"/>
        </a:p>
      </dgm:t>
    </dgm:pt>
    <dgm:pt modelId="{1343E956-A768-40E3-AA47-F26E475B7042}" cxnId="{764D5E58-D4A4-4EDC-9201-CAE39F658BA9}" type="parTrans">
      <dgm:prSet/>
      <dgm:spPr/>
      <dgm:t>
        <a:bodyPr/>
        <a:lstStyle/>
        <a:p>
          <a:endParaRPr lang="en-IN"/>
        </a:p>
      </dgm:t>
    </dgm:pt>
    <dgm:pt modelId="{4B3DC411-2022-43E1-9860-FC3F103DB198}" cxnId="{764D5E58-D4A4-4EDC-9201-CAE39F658BA9}" type="sibTrans">
      <dgm:prSet/>
      <dgm:spPr/>
      <dgm:t>
        <a:bodyPr/>
        <a:lstStyle/>
        <a:p>
          <a:endParaRPr lang="en-IN"/>
        </a:p>
      </dgm:t>
    </dgm:pt>
    <dgm:pt modelId="{5261FD0A-8F60-49C4-B20B-3EC90477E47F}">
      <dgm:prSet phldrT="[Text]" custT="1"/>
      <dgm:spPr/>
      <dgm:t>
        <a:bodyPr/>
        <a:lstStyle/>
        <a:p>
          <a:pPr marL="363855" indent="-189230"/>
          <a:r>
            <a:rPr kumimoji="0" lang="en-US" altLang="en-GB" sz="1100" i="0" u="none" strike="noStrike" cap="none" spc="0" normalizeH="0" noProof="0" smtClean="0">
              <a:effectLst/>
              <a:uLnTx/>
              <a:uFillTx/>
              <a:latin typeface="Calibri" panose="020F0502020204030204" pitchFamily="34" charset="0"/>
              <a:cs typeface="Calibri" panose="020F0502020204030204" pitchFamily="34" charset="0"/>
              <a:sym typeface="+mn-ea"/>
            </a:rPr>
            <a:t>Transaction details such as quote number, policy number, insured, assured, effective from and to date etc.,  at header level, other allocation related key information from Risk and cover such as risk ref. no, risk id, risk class, risk cover, SI, Premium, etc., for quote, policy, endorsements</a:t>
          </a:r>
          <a:endParaRPr kumimoji="0" lang="en-IN" sz="1100" i="0" u="none" strike="noStrike" cap="none" spc="0" normalizeH="0" dirty="0">
            <a:effectLst/>
            <a:uLnTx/>
            <a:uFillTx/>
            <a:latin typeface="Calibri" panose="020F0502020204030204" pitchFamily="34" charset="0"/>
            <a:cs typeface="Calibri" panose="020F0502020204030204" pitchFamily="34" charset="0"/>
          </a:endParaRPr>
        </a:p>
      </dgm:t>
    </dgm:pt>
    <dgm:pt modelId="{1248C51B-754E-4E0F-BFC4-1D4C74C2582B}" cxnId="{7BA673B5-95BB-4E5A-99D5-C0A05A0C6744}" type="parTrans">
      <dgm:prSet/>
      <dgm:spPr/>
      <dgm:t>
        <a:bodyPr/>
        <a:lstStyle/>
        <a:p>
          <a:endParaRPr lang="en-IN"/>
        </a:p>
      </dgm:t>
    </dgm:pt>
    <dgm:pt modelId="{E7B4B15E-CB4E-4D3F-8BC8-644CF8293DD6}" cxnId="{7BA673B5-95BB-4E5A-99D5-C0A05A0C6744}" type="sibTrans">
      <dgm:prSet/>
      <dgm:spPr/>
      <dgm:t>
        <a:bodyPr/>
        <a:lstStyle/>
        <a:p>
          <a:endParaRPr lang="en-IN"/>
        </a:p>
      </dgm:t>
    </dgm:pt>
    <dgm:pt modelId="{19F08867-3B1A-482A-9FDC-FCA5D1E99585}">
      <dgm:prSet phldrT="[Text]"/>
      <dgm:spPr/>
      <dgm:t>
        <a:bodyPr/>
        <a:lstStyle/>
        <a:p>
          <a:r>
            <a:rPr lang="en-GB" b="1" smtClean="0">
              <a:latin typeface="Calibri" panose="020F0502020204030204"/>
            </a:rPr>
            <a:t>Details Required From/To Claims</a:t>
          </a:r>
          <a:endParaRPr lang="en-IN" dirty="0"/>
        </a:p>
      </dgm:t>
    </dgm:pt>
    <dgm:pt modelId="{823F35C1-6C6D-4E09-946D-E490AEAA6690}" cxnId="{0FB5F997-7083-42AD-A73D-E3F10F735A3E}" type="parTrans">
      <dgm:prSet/>
      <dgm:spPr/>
      <dgm:t>
        <a:bodyPr/>
        <a:lstStyle/>
        <a:p>
          <a:endParaRPr lang="en-IN"/>
        </a:p>
      </dgm:t>
    </dgm:pt>
    <dgm:pt modelId="{ABDA2D7E-D1F9-427E-95B9-0681D621FCB8}" cxnId="{0FB5F997-7083-42AD-A73D-E3F10F735A3E}" type="sibTrans">
      <dgm:prSet/>
      <dgm:spPr/>
      <dgm:t>
        <a:bodyPr/>
        <a:lstStyle/>
        <a:p>
          <a:endParaRPr lang="en-IN"/>
        </a:p>
      </dgm:t>
    </dgm:pt>
    <dgm:pt modelId="{384D5995-A412-4B7E-951E-5DB3F98DFE8F}">
      <dgm:prSet phldrT="[Text]" custT="1"/>
      <dgm:spPr/>
      <dgm:t>
        <a:bodyPr/>
        <a:lstStyle/>
        <a:p>
          <a:pPr marL="174625" indent="-174625"/>
          <a:r>
            <a:rPr kumimoji="0" lang="en-GB" sz="1200" b="1" i="0" u="none" strike="noStrike" cap="none" spc="0" normalizeH="0" baseline="0" noProof="0" smtClean="0">
              <a:effectLst/>
              <a:uLnTx/>
              <a:uFillTx/>
              <a:latin typeface="Calibri" panose="020F0502020204030204"/>
            </a:rPr>
            <a:t>From </a:t>
          </a:r>
          <a:r>
            <a:rPr kumimoji="0" lang="en-US" altLang="en-GB" sz="1200" b="1" i="0" u="none" strike="noStrike" cap="none" spc="0" normalizeH="0" baseline="0" noProof="0" smtClean="0">
              <a:effectLst/>
              <a:uLnTx/>
              <a:uFillTx/>
              <a:latin typeface="Calibri" panose="020F0502020204030204"/>
            </a:rPr>
            <a:t>Claims</a:t>
          </a:r>
          <a:r>
            <a:rPr kumimoji="0" lang="en-GB" sz="1200" b="1" i="0" u="none" strike="noStrike" cap="none" spc="0" normalizeH="0" baseline="0" noProof="0" smtClean="0">
              <a:effectLst/>
              <a:uLnTx/>
              <a:uFillTx/>
              <a:latin typeface="Calibri" panose="020F0502020204030204"/>
            </a:rPr>
            <a:t> Module</a:t>
          </a:r>
          <a:endParaRPr kumimoji="0" lang="en-IN" sz="1200" b="1" i="0" u="none" strike="noStrike" cap="none" spc="0" normalizeH="0" baseline="0" dirty="0">
            <a:effectLst/>
            <a:uLnTx/>
            <a:uFillTx/>
            <a:latin typeface="Calibri" panose="020F0502020204030204"/>
          </a:endParaRPr>
        </a:p>
      </dgm:t>
    </dgm:pt>
    <dgm:pt modelId="{7880281A-3C1E-41F8-B273-60411A6761BD}" cxnId="{FF10476B-6A43-4BF5-872C-21460C344DCB}" type="parTrans">
      <dgm:prSet/>
      <dgm:spPr/>
      <dgm:t>
        <a:bodyPr/>
        <a:lstStyle/>
        <a:p>
          <a:endParaRPr lang="en-IN"/>
        </a:p>
      </dgm:t>
    </dgm:pt>
    <dgm:pt modelId="{0A5484A6-755A-4692-BD08-DF4074BEAAE8}" cxnId="{FF10476B-6A43-4BF5-872C-21460C344DCB}" type="sibTrans">
      <dgm:prSet/>
      <dgm:spPr/>
      <dgm:t>
        <a:bodyPr/>
        <a:lstStyle/>
        <a:p>
          <a:endParaRPr lang="en-IN"/>
        </a:p>
      </dgm:t>
    </dgm:pt>
    <dgm:pt modelId="{615D46E7-FAD8-4A68-8703-54634FABED91}">
      <dgm:prSet phldrT="[Text]" custT="1"/>
      <dgm:spPr/>
      <dgm:t>
        <a:bodyPr/>
        <a:lstStyle/>
        <a:p>
          <a:pPr marL="174625" indent="-174625"/>
          <a:r>
            <a:rPr kumimoji="0" lang="en-GB" sz="1200" b="1" i="0" u="none" strike="noStrike" cap="none" spc="0" normalizeH="0" baseline="0" smtClean="0">
              <a:effectLst/>
              <a:uLnTx/>
              <a:uFillTx/>
              <a:latin typeface="Calibri" panose="020F0502020204030204"/>
            </a:rPr>
            <a:t>To Claims Module</a:t>
          </a:r>
          <a:endParaRPr kumimoji="0" lang="en-IN" sz="1200" b="1" i="0" u="none" strike="noStrike" cap="none" spc="0" normalizeH="0" baseline="0" dirty="0">
            <a:effectLst/>
            <a:uLnTx/>
            <a:uFillTx/>
            <a:latin typeface="Calibri" panose="020F0502020204030204"/>
          </a:endParaRPr>
        </a:p>
      </dgm:t>
    </dgm:pt>
    <dgm:pt modelId="{AA3DE5F2-9708-4B91-8A65-C80E168E00DC}" cxnId="{7E7F6AD9-6A8D-4DE2-AC3D-5B69FF493387}" type="parTrans">
      <dgm:prSet/>
      <dgm:spPr/>
      <dgm:t>
        <a:bodyPr/>
        <a:lstStyle/>
        <a:p>
          <a:endParaRPr lang="en-IN"/>
        </a:p>
      </dgm:t>
    </dgm:pt>
    <dgm:pt modelId="{733E6D73-FCBD-41F8-BDF4-904146C1121F}" cxnId="{7E7F6AD9-6A8D-4DE2-AC3D-5B69FF493387}" type="sibTrans">
      <dgm:prSet/>
      <dgm:spPr/>
      <dgm:t>
        <a:bodyPr/>
        <a:lstStyle/>
        <a:p>
          <a:endParaRPr lang="en-IN"/>
        </a:p>
      </dgm:t>
    </dgm:pt>
    <dgm:pt modelId="{4CC9EE69-9DDD-4815-BF18-AF25FCD93893}">
      <dgm:prSet phldrT="[Text]" custT="1"/>
      <dgm:spPr/>
      <dgm:t>
        <a:bodyPr/>
        <a:lstStyle/>
        <a:p>
          <a:pPr marL="363855" indent="-189230"/>
          <a:r>
            <a:rPr kumimoji="0" lang="en-US" altLang="en-GB" sz="1100" i="0" u="none" strike="noStrike" cap="none" spc="0" normalizeH="0" noProof="0" smtClean="0">
              <a:effectLst/>
              <a:uLnTx/>
              <a:uFillTx/>
              <a:latin typeface="Calibri" panose="020F0502020204030204" pitchFamily="34" charset="0"/>
              <a:cs typeface="Calibri" panose="020F0502020204030204" pitchFamily="34" charset="0"/>
            </a:rPr>
            <a:t>Combination of Product Vs Cover for mapping the Peril Class</a:t>
          </a:r>
          <a:endParaRPr lang="en-IN" sz="1100" dirty="0"/>
        </a:p>
      </dgm:t>
    </dgm:pt>
    <dgm:pt modelId="{71792390-16A4-4608-A265-FC4BE677EE31}" cxnId="{2F6B5D32-1661-496A-A9F3-6A560520F094}" type="parTrans">
      <dgm:prSet/>
      <dgm:spPr/>
      <dgm:t>
        <a:bodyPr/>
        <a:lstStyle/>
        <a:p>
          <a:endParaRPr lang="en-IN"/>
        </a:p>
      </dgm:t>
    </dgm:pt>
    <dgm:pt modelId="{780BC698-458E-448F-9FC8-818386E16918}" cxnId="{2F6B5D32-1661-496A-A9F3-6A560520F094}" type="sibTrans">
      <dgm:prSet/>
      <dgm:spPr/>
      <dgm:t>
        <a:bodyPr/>
        <a:lstStyle/>
        <a:p>
          <a:endParaRPr lang="en-IN"/>
        </a:p>
      </dgm:t>
    </dgm:pt>
    <dgm:pt modelId="{1288327E-AE85-4F35-B4F5-6B4FBCB3E206}">
      <dgm:prSet custT="1"/>
      <dgm:spPr/>
      <dgm:t>
        <a:bodyPr/>
        <a:lstStyle/>
        <a:p>
          <a:pPr marL="363855" indent="-189230"/>
          <a:r>
            <a:rPr kumimoji="0" lang="en-US" altLang="en-GB" sz="1100" i="0" u="none" strike="noStrike" cap="none" spc="0" normalizeH="0" noProof="0" smtClean="0">
              <a:effectLst/>
              <a:uLnTx/>
              <a:uFillTx/>
              <a:latin typeface="Calibri" panose="020F0502020204030204" pitchFamily="34" charset="0"/>
              <a:cs typeface="Calibri" panose="020F0502020204030204" pitchFamily="34" charset="0"/>
            </a:rPr>
            <a:t>Cover effective from &amp; to date</a:t>
          </a:r>
          <a:endParaRPr kumimoji="0" lang="en-US" altLang="en-GB" sz="1100" i="0" u="none" strike="noStrike" cap="none" spc="0" normalizeH="0" noProof="0" dirty="0" smtClean="0">
            <a:effectLst/>
            <a:uLnTx/>
            <a:uFillTx/>
            <a:latin typeface="Calibri" panose="020F0502020204030204" pitchFamily="34" charset="0"/>
            <a:cs typeface="Calibri" panose="020F0502020204030204" pitchFamily="34" charset="0"/>
          </a:endParaRPr>
        </a:p>
      </dgm:t>
    </dgm:pt>
    <dgm:pt modelId="{D0F7B1C4-2A88-4791-8596-881A571057B1}" cxnId="{B0F3FA50-32F4-4D0A-8F64-73F495F882E7}" type="sibTrans">
      <dgm:prSet/>
      <dgm:spPr/>
      <dgm:t>
        <a:bodyPr/>
        <a:lstStyle/>
        <a:p>
          <a:endParaRPr lang="en-IN"/>
        </a:p>
      </dgm:t>
    </dgm:pt>
    <dgm:pt modelId="{1F5AAD31-DAF1-4A1C-9968-826051BBAC96}" cxnId="{B0F3FA50-32F4-4D0A-8F64-73F495F882E7}" type="parTrans">
      <dgm:prSet/>
      <dgm:spPr/>
      <dgm:t>
        <a:bodyPr/>
        <a:lstStyle/>
        <a:p>
          <a:endParaRPr lang="en-IN"/>
        </a:p>
      </dgm:t>
    </dgm:pt>
    <dgm:pt modelId="{72A514F9-1157-425C-BFB5-38577DFBE795}">
      <dgm:prSet custT="1"/>
      <dgm:spPr/>
      <dgm:t>
        <a:bodyPr/>
        <a:lstStyle/>
        <a:p>
          <a:pPr marL="363855" indent="-189230"/>
          <a:r>
            <a:rPr kumimoji="0" lang="en-US" altLang="en-GB" sz="1100" i="0" u="none" strike="noStrike" cap="none" spc="0" normalizeH="0" noProof="0" smtClean="0">
              <a:effectLst/>
              <a:uLnTx/>
              <a:uFillTx/>
              <a:latin typeface="Calibri" panose="020F0502020204030204" pitchFamily="34" charset="0"/>
              <a:cs typeface="Calibri" panose="020F0502020204030204" pitchFamily="34" charset="0"/>
            </a:rPr>
            <a:t>ADD RI SI YN &amp; ADD PREM YN flag</a:t>
          </a:r>
          <a:endParaRPr kumimoji="0" lang="en-US" altLang="en-GB" sz="1100" i="0" u="none" strike="noStrike" cap="none" spc="0" normalizeH="0" noProof="0" dirty="0" smtClean="0">
            <a:effectLst/>
            <a:uLnTx/>
            <a:uFillTx/>
            <a:latin typeface="Calibri" panose="020F0502020204030204" pitchFamily="34" charset="0"/>
            <a:cs typeface="Calibri" panose="020F0502020204030204" pitchFamily="34" charset="0"/>
          </a:endParaRPr>
        </a:p>
      </dgm:t>
    </dgm:pt>
    <dgm:pt modelId="{8F41964E-9456-4EB3-8232-5DD503701DB6}" cxnId="{606F5669-12AD-4077-AE2F-A30C43FCACDD}" type="sibTrans">
      <dgm:prSet/>
      <dgm:spPr/>
      <dgm:t>
        <a:bodyPr/>
        <a:lstStyle/>
        <a:p>
          <a:endParaRPr lang="en-IN"/>
        </a:p>
      </dgm:t>
    </dgm:pt>
    <dgm:pt modelId="{002F01D0-D214-4913-93A3-4DCEF59A2410}" cxnId="{606F5669-12AD-4077-AE2F-A30C43FCACDD}" type="parTrans">
      <dgm:prSet/>
      <dgm:spPr/>
      <dgm:t>
        <a:bodyPr/>
        <a:lstStyle/>
        <a:p>
          <a:endParaRPr lang="en-IN"/>
        </a:p>
      </dgm:t>
    </dgm:pt>
    <dgm:pt modelId="{627107B2-3BD7-4C57-93A7-70F2D4BA9083}">
      <dgm:prSet phldrT="[Text]" custT="1"/>
      <dgm:spPr/>
      <dgm:t>
        <a:bodyPr/>
        <a:lstStyle/>
        <a:p>
          <a:pPr marL="363855" indent="-189230"/>
          <a:r>
            <a:rPr kumimoji="0" lang="en-US" altLang="en-GB" sz="1100" i="0" u="none" strike="noStrike" cap="none" spc="0" normalizeH="0" noProof="0" smtClean="0">
              <a:effectLst/>
              <a:uLnTx/>
              <a:uFillTx/>
              <a:latin typeface="Calibri" panose="020F0502020204030204" pitchFamily="34" charset="0"/>
              <a:cs typeface="Calibri" panose="020F0502020204030204" pitchFamily="34" charset="0"/>
              <a:sym typeface="+mn-ea"/>
            </a:rPr>
            <a:t>RA Applicable YN at Product level</a:t>
          </a:r>
          <a:endParaRPr kumimoji="0" lang="en-IN" sz="1100" i="0" u="none" strike="noStrike" cap="none" spc="0" normalizeH="0" dirty="0">
            <a:effectLst/>
            <a:uLnTx/>
            <a:uFillTx/>
            <a:latin typeface="Calibri" panose="020F0502020204030204" pitchFamily="34" charset="0"/>
            <a:cs typeface="Calibri" panose="020F0502020204030204" pitchFamily="34" charset="0"/>
          </a:endParaRPr>
        </a:p>
      </dgm:t>
    </dgm:pt>
    <dgm:pt modelId="{98013FF8-3CF1-4693-9BE7-6094D546796F}" cxnId="{603F3BC3-5B70-4373-A247-DADB007EAAFB}" type="parTrans">
      <dgm:prSet/>
      <dgm:spPr/>
      <dgm:t>
        <a:bodyPr/>
        <a:lstStyle/>
        <a:p>
          <a:endParaRPr lang="en-IN"/>
        </a:p>
      </dgm:t>
    </dgm:pt>
    <dgm:pt modelId="{0EDE5CCE-AF5E-4761-92E9-4C3FD4A3C4F7}" cxnId="{603F3BC3-5B70-4373-A247-DADB007EAAFB}" type="sibTrans">
      <dgm:prSet/>
      <dgm:spPr/>
      <dgm:t>
        <a:bodyPr/>
        <a:lstStyle/>
        <a:p>
          <a:endParaRPr lang="en-IN"/>
        </a:p>
      </dgm:t>
    </dgm:pt>
    <dgm:pt modelId="{AD54097D-FBC1-40C0-836D-1BAF078185F2}">
      <dgm:prSet custT="1"/>
      <dgm:spPr/>
      <dgm:t>
        <a:bodyPr/>
        <a:lstStyle/>
        <a:p>
          <a:pPr marL="363855" indent="-189230"/>
          <a:r>
            <a:rPr kumimoji="0" lang="en-US" altLang="en-GB" sz="1100" i="0" u="none" strike="noStrike" cap="none" spc="0" normalizeH="0" noProof="0" smtClean="0">
              <a:effectLst/>
              <a:uLnTx/>
              <a:uFillTx/>
              <a:latin typeface="Calibri" panose="020F0502020204030204" pitchFamily="34" charset="0"/>
              <a:cs typeface="Calibri" panose="020F0502020204030204" pitchFamily="34" charset="0"/>
              <a:sym typeface="+mn-ea"/>
            </a:rPr>
            <a:t>RA Applicable at field level for RIsk Group field from Risk  Level-1</a:t>
          </a:r>
          <a:endParaRPr kumimoji="0" lang="en-GB" sz="1100" i="0" u="none" strike="noStrike" cap="none" spc="0" normalizeH="0" dirty="0" smtClean="0">
            <a:effectLst/>
            <a:uLnTx/>
            <a:uFillTx/>
            <a:latin typeface="Calibri" panose="020F0502020204030204" pitchFamily="34" charset="0"/>
            <a:cs typeface="Calibri" panose="020F0502020204030204" pitchFamily="34" charset="0"/>
          </a:endParaRPr>
        </a:p>
      </dgm:t>
    </dgm:pt>
    <dgm:pt modelId="{60396AF9-C52B-419A-A303-BFE2B14AFABF}" cxnId="{FA707CFF-DA6E-4E1E-9F04-896F51DC9396}" type="parTrans">
      <dgm:prSet/>
      <dgm:spPr/>
      <dgm:t>
        <a:bodyPr/>
        <a:lstStyle/>
        <a:p>
          <a:endParaRPr lang="en-IN"/>
        </a:p>
      </dgm:t>
    </dgm:pt>
    <dgm:pt modelId="{F4D27CAC-6953-4D52-A947-CA3197F55FAF}" cxnId="{FA707CFF-DA6E-4E1E-9F04-896F51DC9396}" type="sibTrans">
      <dgm:prSet/>
      <dgm:spPr/>
      <dgm:t>
        <a:bodyPr/>
        <a:lstStyle/>
        <a:p>
          <a:endParaRPr lang="en-IN"/>
        </a:p>
      </dgm:t>
    </dgm:pt>
    <dgm:pt modelId="{5054241E-E32B-4A68-997E-CCCF7B24CB75}">
      <dgm:prSet custT="1"/>
      <dgm:spPr/>
      <dgm:t>
        <a:bodyPr/>
        <a:lstStyle/>
        <a:p>
          <a:pPr marL="363855" indent="-189230"/>
          <a:r>
            <a:rPr kumimoji="0" lang="en-US" altLang="en-GB" sz="1100" i="0" u="none" strike="noStrike" cap="none" spc="0" normalizeH="0" noProof="0" smtClean="0">
              <a:effectLst/>
              <a:uLnTx/>
              <a:uFillTx/>
              <a:latin typeface="Calibri" panose="020F0502020204030204" pitchFamily="34" charset="0"/>
              <a:cs typeface="Calibri" panose="020F0502020204030204" pitchFamily="34" charset="0"/>
              <a:sym typeface="+mn-ea"/>
            </a:rPr>
            <a:t>Also, RI details from UW transaction header level such as RI_ALLOC_BASIS, RI_ALLOC_CURR, RI_ALLOC_ORDER, RI_PREM_TYPE,  etc.,</a:t>
          </a:r>
          <a:endParaRPr kumimoji="0" lang="en-GB" sz="1100" i="0" u="none" strike="noStrike" cap="none" spc="0" normalizeH="0" noProof="0" dirty="0" smtClean="0">
            <a:effectLst/>
            <a:uLnTx/>
            <a:uFillTx/>
            <a:latin typeface="Calibri" panose="020F0502020204030204" pitchFamily="34" charset="0"/>
            <a:cs typeface="Calibri" panose="020F0502020204030204" pitchFamily="34" charset="0"/>
          </a:endParaRPr>
        </a:p>
      </dgm:t>
    </dgm:pt>
    <dgm:pt modelId="{77924918-9326-4961-AC63-ACFC93AB961B}" cxnId="{8876F353-7AB8-47B0-8747-F2CCE80EAF12}" type="parTrans">
      <dgm:prSet/>
      <dgm:spPr/>
      <dgm:t>
        <a:bodyPr/>
        <a:lstStyle/>
        <a:p>
          <a:endParaRPr lang="en-IN"/>
        </a:p>
      </dgm:t>
    </dgm:pt>
    <dgm:pt modelId="{CED6B3CD-8375-49DB-AD25-DEEB3481D133}" cxnId="{8876F353-7AB8-47B0-8747-F2CCE80EAF12}" type="sibTrans">
      <dgm:prSet/>
      <dgm:spPr/>
      <dgm:t>
        <a:bodyPr/>
        <a:lstStyle/>
        <a:p>
          <a:endParaRPr lang="en-IN"/>
        </a:p>
      </dgm:t>
    </dgm:pt>
    <dgm:pt modelId="{28D1F4B9-B06A-4655-97CB-DBECDE19AAC7}">
      <dgm:prSet custT="1"/>
      <dgm:spPr/>
      <dgm:t>
        <a:bodyPr/>
        <a:lstStyle/>
        <a:p>
          <a:pPr marL="174625" indent="-174625"/>
          <a:r>
            <a:rPr kumimoji="0" lang="en-GB" sz="1200" b="1" i="0" u="none" strike="noStrike" cap="none" spc="0" normalizeH="0" baseline="0" smtClean="0">
              <a:effectLst/>
              <a:uLnTx/>
              <a:uFillTx/>
              <a:latin typeface="Calibri" panose="020F0502020204030204"/>
            </a:rPr>
            <a:t>To UW Module</a:t>
          </a:r>
          <a:endParaRPr kumimoji="0" lang="en-GB" sz="1200" b="1" i="0" u="none" strike="noStrike" cap="none" spc="0" normalizeH="0" baseline="0" noProof="0" dirty="0" smtClean="0">
            <a:effectLst/>
            <a:uLnTx/>
            <a:uFillTx/>
            <a:latin typeface="Calibri" panose="020F0502020204030204"/>
          </a:endParaRPr>
        </a:p>
      </dgm:t>
    </dgm:pt>
    <dgm:pt modelId="{14CAAAED-3200-4ED2-A3E8-B12F13C98811}" cxnId="{EB57E106-2815-4E97-96CE-233B85821638}" type="parTrans">
      <dgm:prSet/>
      <dgm:spPr/>
      <dgm:t>
        <a:bodyPr/>
        <a:lstStyle/>
        <a:p>
          <a:endParaRPr lang="en-IN"/>
        </a:p>
      </dgm:t>
    </dgm:pt>
    <dgm:pt modelId="{0FE6D5B2-FB8E-4B60-B547-C33FEBF7FF72}" cxnId="{EB57E106-2815-4E97-96CE-233B85821638}" type="sibTrans">
      <dgm:prSet/>
      <dgm:spPr/>
      <dgm:t>
        <a:bodyPr/>
        <a:lstStyle/>
        <a:p>
          <a:endParaRPr lang="en-IN"/>
        </a:p>
      </dgm:t>
    </dgm:pt>
    <dgm:pt modelId="{15CC4544-9A14-41D7-96B0-66832B88FC88}">
      <dgm:prSet custT="1"/>
      <dgm:spPr/>
      <dgm:t>
        <a:bodyPr/>
        <a:lstStyle/>
        <a:p>
          <a:pPr marL="363855" indent="-189230"/>
          <a:r>
            <a:rPr kumimoji="0" lang="en-US" altLang="en-GB" sz="1100" i="0" u="none" strike="noStrike" cap="none" spc="0" normalizeH="0" noProof="0" smtClean="0">
              <a:effectLst/>
              <a:uLnTx/>
              <a:uFillTx/>
              <a:latin typeface="Calibri" panose="020F0502020204030204" pitchFamily="34" charset="0"/>
              <a:cs typeface="Calibri" panose="020F0502020204030204" pitchFamily="34" charset="0"/>
              <a:sym typeface="+mn-ea"/>
            </a:rPr>
            <a:t>Error log if exists</a:t>
          </a:r>
          <a:endParaRPr kumimoji="0" lang="en-GB" sz="1100" i="0" u="none" strike="noStrike" cap="none" spc="0" normalizeH="0" noProof="0" dirty="0" smtClean="0">
            <a:effectLst/>
            <a:uLnTx/>
            <a:uFillTx/>
            <a:latin typeface="Calibri" panose="020F0502020204030204" pitchFamily="34" charset="0"/>
            <a:cs typeface="Calibri" panose="020F0502020204030204" pitchFamily="34" charset="0"/>
          </a:endParaRPr>
        </a:p>
      </dgm:t>
    </dgm:pt>
    <dgm:pt modelId="{E05DB17A-6286-4D2C-AB99-C96F764B8540}" cxnId="{6C65743D-8CAD-440E-9DBD-18EAF9835FED}" type="parTrans">
      <dgm:prSet/>
      <dgm:spPr/>
      <dgm:t>
        <a:bodyPr/>
        <a:lstStyle/>
        <a:p>
          <a:endParaRPr lang="en-IN"/>
        </a:p>
      </dgm:t>
    </dgm:pt>
    <dgm:pt modelId="{9C5523B1-0B9A-44B9-A897-10CD3C7B0BD0}" cxnId="{6C65743D-8CAD-440E-9DBD-18EAF9835FED}" type="sibTrans">
      <dgm:prSet/>
      <dgm:spPr/>
      <dgm:t>
        <a:bodyPr/>
        <a:lstStyle/>
        <a:p>
          <a:endParaRPr lang="en-IN"/>
        </a:p>
      </dgm:t>
    </dgm:pt>
    <dgm:pt modelId="{64B14669-FE6F-4568-AFC6-B88A544E7E0C}">
      <dgm:prSet custT="1"/>
      <dgm:spPr/>
      <dgm:t>
        <a:bodyPr/>
        <a:lstStyle/>
        <a:p>
          <a:pPr marL="363855" indent="-189230"/>
          <a:r>
            <a:rPr kumimoji="0" lang="en-US" altLang="en-GB" sz="1100" i="0" u="none" strike="noStrike" cap="none" spc="0" normalizeH="0" noProof="0" smtClean="0">
              <a:effectLst/>
              <a:uLnTx/>
              <a:uFillTx/>
              <a:latin typeface="Calibri" panose="020F0502020204030204" pitchFamily="34" charset="0"/>
              <a:cs typeface="Calibri" panose="020F0502020204030204" pitchFamily="34" charset="0"/>
              <a:sym typeface="+mn-ea"/>
            </a:rPr>
            <a:t>RI_Confirmation required trigger if FAC exists</a:t>
          </a:r>
          <a:endParaRPr kumimoji="0" lang="en-US" altLang="en-GB" sz="1100" i="0" u="none" strike="noStrike" cap="none" spc="0" normalizeH="0" noProof="0" dirty="0" smtClean="0">
            <a:effectLst/>
            <a:uLnTx/>
            <a:uFillTx/>
            <a:latin typeface="Calibri" panose="020F0502020204030204" pitchFamily="34" charset="0"/>
            <a:cs typeface="Calibri" panose="020F0502020204030204" pitchFamily="34" charset="0"/>
            <a:sym typeface="+mn-ea"/>
          </a:endParaRPr>
        </a:p>
      </dgm:t>
    </dgm:pt>
    <dgm:pt modelId="{26DE1E29-4A2C-4439-AF79-35B777750177}" cxnId="{8B25FA2B-0113-424B-9D57-0FB50AF54D39}" type="parTrans">
      <dgm:prSet/>
      <dgm:spPr/>
      <dgm:t>
        <a:bodyPr/>
        <a:lstStyle/>
        <a:p>
          <a:endParaRPr lang="en-IN"/>
        </a:p>
      </dgm:t>
    </dgm:pt>
    <dgm:pt modelId="{3449FF75-518C-4DD2-A96F-0DE8DD55A588}" cxnId="{8B25FA2B-0113-424B-9D57-0FB50AF54D39}" type="sibTrans">
      <dgm:prSet/>
      <dgm:spPr/>
      <dgm:t>
        <a:bodyPr/>
        <a:lstStyle/>
        <a:p>
          <a:endParaRPr lang="en-IN"/>
        </a:p>
      </dgm:t>
    </dgm:pt>
    <dgm:pt modelId="{36851288-1E16-4AA0-BFAD-44F1F99EA809}">
      <dgm:prSet custT="1"/>
      <dgm:spPr/>
      <dgm:t>
        <a:bodyPr/>
        <a:lstStyle/>
        <a:p>
          <a:pPr marL="363855" indent="-189230"/>
          <a:r>
            <a:rPr kumimoji="0" lang="en-US" altLang="en-GB" sz="1100" i="0" u="none" strike="noStrike" cap="none" spc="0" normalizeH="0" noProof="0" smtClean="0">
              <a:effectLst/>
              <a:uLnTx/>
              <a:uFillTx/>
              <a:latin typeface="Calibri" panose="020F0502020204030204" pitchFamily="34" charset="0"/>
              <a:cs typeface="Calibri" panose="020F0502020204030204" pitchFamily="34" charset="0"/>
              <a:sym typeface="+mn-ea"/>
            </a:rPr>
            <a:t>For FAC to TTY, prior to allocation capturing of provisional FAC details related warning</a:t>
          </a:r>
          <a:endParaRPr kumimoji="0" lang="en-US" altLang="en-GB" sz="1100" i="0" u="none" strike="noStrike" cap="none" spc="0" normalizeH="0" noProof="0" dirty="0" smtClean="0">
            <a:effectLst/>
            <a:uLnTx/>
            <a:uFillTx/>
            <a:latin typeface="Calibri" panose="020F0502020204030204" pitchFamily="34" charset="0"/>
            <a:cs typeface="Calibri" panose="020F0502020204030204" pitchFamily="34" charset="0"/>
            <a:sym typeface="+mn-ea"/>
          </a:endParaRPr>
        </a:p>
      </dgm:t>
    </dgm:pt>
    <dgm:pt modelId="{5EC256E1-3BF7-444A-9557-427966E3D273}" cxnId="{997BC826-A4F3-460F-A29A-E48B54F2646C}" type="parTrans">
      <dgm:prSet/>
      <dgm:spPr/>
      <dgm:t>
        <a:bodyPr/>
        <a:lstStyle/>
        <a:p>
          <a:endParaRPr lang="en-IN"/>
        </a:p>
      </dgm:t>
    </dgm:pt>
    <dgm:pt modelId="{6BDD43CB-8F0C-4D72-8569-4903165EC8A1}" cxnId="{997BC826-A4F3-460F-A29A-E48B54F2646C}" type="sibTrans">
      <dgm:prSet/>
      <dgm:spPr/>
      <dgm:t>
        <a:bodyPr/>
        <a:lstStyle/>
        <a:p>
          <a:endParaRPr lang="en-IN"/>
        </a:p>
      </dgm:t>
    </dgm:pt>
    <dgm:pt modelId="{8B1A7170-E0DD-47E2-B4C9-B45C11E84B3A}">
      <dgm:prSet custT="1"/>
      <dgm:spPr/>
      <dgm:t>
        <a:bodyPr/>
        <a:lstStyle/>
        <a:p>
          <a:pPr marL="363855" indent="-189230"/>
          <a:r>
            <a:rPr kumimoji="0" lang="en-US" altLang="en-GB" sz="1100" i="0" u="none" strike="noStrike" cap="none" spc="0" normalizeH="0" noProof="0" smtClean="0">
              <a:effectLst/>
              <a:uLnTx/>
              <a:uFillTx/>
              <a:latin typeface="Calibri" panose="020F0502020204030204" pitchFamily="34" charset="0"/>
              <a:cs typeface="Calibri" panose="020F0502020204030204" pitchFamily="34" charset="0"/>
              <a:sym typeface="+mn-ea"/>
            </a:rPr>
            <a:t>RA related message (if exceeds the retention limit define in RA group setup)</a:t>
          </a:r>
          <a:endParaRPr kumimoji="0" lang="en-GB" sz="1100" i="0" u="none" strike="noStrike" cap="none" spc="0" normalizeH="0" noProof="0" dirty="0" smtClean="0">
            <a:effectLst/>
            <a:uLnTx/>
            <a:uFillTx/>
            <a:latin typeface="Calibri" panose="020F0502020204030204" pitchFamily="34" charset="0"/>
            <a:cs typeface="Calibri" panose="020F0502020204030204" pitchFamily="34" charset="0"/>
          </a:endParaRPr>
        </a:p>
      </dgm:t>
    </dgm:pt>
    <dgm:pt modelId="{B9038D56-E82E-4204-ABD9-F74DFC2C0F48}" cxnId="{CAFD68FE-C1FC-430E-9881-8EBFC2FC5E8E}" type="parTrans">
      <dgm:prSet/>
      <dgm:spPr/>
      <dgm:t>
        <a:bodyPr/>
        <a:lstStyle/>
        <a:p>
          <a:endParaRPr lang="en-IN"/>
        </a:p>
      </dgm:t>
    </dgm:pt>
    <dgm:pt modelId="{4A11F723-467D-46B5-8507-9375732526FC}" cxnId="{CAFD68FE-C1FC-430E-9881-8EBFC2FC5E8E}" type="sibTrans">
      <dgm:prSet/>
      <dgm:spPr/>
      <dgm:t>
        <a:bodyPr/>
        <a:lstStyle/>
        <a:p>
          <a:endParaRPr lang="en-IN"/>
        </a:p>
      </dgm:t>
    </dgm:pt>
    <dgm:pt modelId="{BDA38047-7F3D-4E2B-BAF6-51F4B13DB30B}">
      <dgm:prSet phldrT="[Text]" custT="1"/>
      <dgm:spPr/>
      <dgm:t>
        <a:bodyPr/>
        <a:lstStyle/>
        <a:p>
          <a:pPr marL="363855" indent="-189230"/>
          <a:r>
            <a:rPr kumimoji="0" lang="en-US" altLang="en-GB" sz="1100" i="0" u="none" strike="noStrike" cap="none" spc="0" normalizeH="0" noProof="0" smtClean="0">
              <a:effectLst/>
              <a:uLnTx/>
              <a:uFillTx/>
              <a:latin typeface="Calibri" panose="020F0502020204030204" pitchFamily="34" charset="0"/>
              <a:cs typeface="Calibri" panose="020F0502020204030204" pitchFamily="34" charset="0"/>
              <a:sym typeface="+mn-ea"/>
            </a:rPr>
            <a:t>Transaction details from Claims estimate &amp; Payments such as claim no, loss date, intimation date, estimate type, estimate code, amount, etc., </a:t>
          </a:r>
          <a:endParaRPr kumimoji="0" lang="en-IN" sz="1100" i="0" u="none" strike="noStrike" cap="none" spc="0" normalizeH="0" dirty="0">
            <a:effectLst/>
            <a:uLnTx/>
            <a:uFillTx/>
            <a:latin typeface="Calibri" panose="020F0502020204030204" pitchFamily="34" charset="0"/>
            <a:cs typeface="Calibri" panose="020F0502020204030204" pitchFamily="34" charset="0"/>
          </a:endParaRPr>
        </a:p>
      </dgm:t>
    </dgm:pt>
    <dgm:pt modelId="{FCC4AA62-8FB1-48E3-A1FC-74CB641C6F3F}" cxnId="{9A772144-0386-4D35-87EA-60913C4D82D7}" type="parTrans">
      <dgm:prSet/>
      <dgm:spPr/>
      <dgm:t>
        <a:bodyPr/>
        <a:lstStyle/>
        <a:p>
          <a:endParaRPr lang="en-IN"/>
        </a:p>
      </dgm:t>
    </dgm:pt>
    <dgm:pt modelId="{0D9A959F-BDB8-4EE6-ACF7-2E2CDDCD7C5A}" cxnId="{9A772144-0386-4D35-87EA-60913C4D82D7}" type="sibTrans">
      <dgm:prSet/>
      <dgm:spPr/>
      <dgm:t>
        <a:bodyPr/>
        <a:lstStyle/>
        <a:p>
          <a:endParaRPr lang="en-IN"/>
        </a:p>
      </dgm:t>
    </dgm:pt>
    <dgm:pt modelId="{0DA1660B-F423-4BC5-BAC9-39B42EA64F83}">
      <dgm:prSet phldrT="[Text]" custT="1"/>
      <dgm:spPr/>
      <dgm:t>
        <a:bodyPr/>
        <a:lstStyle/>
        <a:p>
          <a:pPr marL="363855" indent="-189230"/>
          <a:r>
            <a:rPr kumimoji="0" lang="en-US" altLang="en-GB" sz="1100" i="0" u="none" strike="noStrike" cap="none" spc="0" normalizeH="0" noProof="0" smtClean="0">
              <a:effectLst/>
              <a:uLnTx/>
              <a:uFillTx/>
              <a:latin typeface="Calibri" panose="020F0502020204030204" pitchFamily="34" charset="0"/>
              <a:cs typeface="Calibri" panose="020F0502020204030204" pitchFamily="34" charset="0"/>
              <a:sym typeface="+mn-ea"/>
            </a:rPr>
            <a:t>Error log if exists</a:t>
          </a:r>
          <a:endParaRPr kumimoji="0" lang="en-IN" sz="1100" i="0" u="none" strike="noStrike" cap="none" spc="0" normalizeH="0" dirty="0">
            <a:effectLst/>
            <a:uLnTx/>
            <a:uFillTx/>
            <a:latin typeface="Calibri" panose="020F0502020204030204" pitchFamily="34" charset="0"/>
            <a:cs typeface="Calibri" panose="020F0502020204030204" pitchFamily="34" charset="0"/>
          </a:endParaRPr>
        </a:p>
      </dgm:t>
    </dgm:pt>
    <dgm:pt modelId="{5B2DB402-B168-4784-A8ED-E1E4D6CF1D67}" cxnId="{AC5CE611-9BAE-4D73-B403-BF361219A9AB}" type="parTrans">
      <dgm:prSet/>
      <dgm:spPr/>
      <dgm:t>
        <a:bodyPr/>
        <a:lstStyle/>
        <a:p>
          <a:endParaRPr lang="en-IN"/>
        </a:p>
      </dgm:t>
    </dgm:pt>
    <dgm:pt modelId="{1D50DD32-995A-46A1-A61D-93FAA65F7E26}" cxnId="{AC5CE611-9BAE-4D73-B403-BF361219A9AB}" type="sibTrans">
      <dgm:prSet/>
      <dgm:spPr/>
      <dgm:t>
        <a:bodyPr/>
        <a:lstStyle/>
        <a:p>
          <a:endParaRPr lang="en-IN"/>
        </a:p>
      </dgm:t>
    </dgm:pt>
    <dgm:pt modelId="{1E3A97FA-15DD-4836-9B00-4D5F52758D82}">
      <dgm:prSet custT="1"/>
      <dgm:spPr/>
      <dgm:t>
        <a:bodyPr/>
        <a:lstStyle/>
        <a:p>
          <a:pPr marL="363855" indent="-189230"/>
          <a:r>
            <a:rPr kumimoji="0" lang="en-US" altLang="en-GB" sz="1100" i="0" u="none" strike="noStrike" cap="none" spc="0" normalizeH="0" noProof="0" smtClean="0">
              <a:effectLst/>
              <a:uLnTx/>
              <a:uFillTx/>
              <a:latin typeface="Calibri" panose="020F0502020204030204" pitchFamily="34" charset="0"/>
              <a:cs typeface="Calibri" panose="020F0502020204030204" pitchFamily="34" charset="0"/>
              <a:sym typeface="+mn-ea"/>
            </a:rPr>
            <a:t>Allocation status </a:t>
          </a:r>
          <a:endParaRPr kumimoji="0" lang="en-US" altLang="en-GB" sz="1100" i="0" u="none" strike="noStrike" cap="none" spc="0" normalizeH="0" noProof="0" dirty="0" smtClean="0">
            <a:effectLst/>
            <a:uLnTx/>
            <a:uFillTx/>
            <a:latin typeface="Calibri" panose="020F0502020204030204" pitchFamily="34" charset="0"/>
            <a:cs typeface="Calibri" panose="020F0502020204030204" pitchFamily="34" charset="0"/>
            <a:sym typeface="+mn-ea"/>
          </a:endParaRPr>
        </a:p>
      </dgm:t>
    </dgm:pt>
    <dgm:pt modelId="{7B3641AA-371F-4ECD-AA72-FD316EFF6A14}" cxnId="{F0956675-D884-4527-9EEA-BE9E60B8162F}" type="parTrans">
      <dgm:prSet/>
      <dgm:spPr/>
      <dgm:t>
        <a:bodyPr/>
        <a:lstStyle/>
        <a:p>
          <a:endParaRPr lang="en-IN"/>
        </a:p>
      </dgm:t>
    </dgm:pt>
    <dgm:pt modelId="{EA651B68-A3BB-4AD4-B18A-0C2C98B1E5B3}" cxnId="{F0956675-D884-4527-9EEA-BE9E60B8162F}" type="sibTrans">
      <dgm:prSet/>
      <dgm:spPr/>
      <dgm:t>
        <a:bodyPr/>
        <a:lstStyle/>
        <a:p>
          <a:endParaRPr lang="en-IN"/>
        </a:p>
      </dgm:t>
    </dgm:pt>
    <dgm:pt modelId="{C84E3966-DD2B-421E-9FCF-EBDEB704FEAB}">
      <dgm:prSet custT="1"/>
      <dgm:spPr/>
      <dgm:t>
        <a:bodyPr/>
        <a:lstStyle/>
        <a:p>
          <a:pPr marL="363855" indent="-189230"/>
          <a:r>
            <a:rPr kumimoji="0" lang="en-US" altLang="en-GB" sz="1100" i="0" u="none" strike="noStrike" cap="none" spc="0" normalizeH="0" noProof="0" smtClean="0">
              <a:effectLst/>
              <a:uLnTx/>
              <a:uFillTx/>
              <a:latin typeface="Calibri" panose="020F0502020204030204" pitchFamily="34" charset="0"/>
              <a:cs typeface="Calibri" panose="020F0502020204030204" pitchFamily="34" charset="0"/>
              <a:sym typeface="+mn-ea"/>
            </a:rPr>
            <a:t>FAC Participant details (for mail triggering from claims to FAC participants)</a:t>
          </a:r>
          <a:endParaRPr kumimoji="0" lang="en-GB" sz="1100" i="0" u="none" strike="noStrike" cap="none" spc="0" normalizeH="0" dirty="0">
            <a:effectLst/>
            <a:uLnTx/>
            <a:uFillTx/>
            <a:latin typeface="Calibri" panose="020F0502020204030204" pitchFamily="34" charset="0"/>
            <a:cs typeface="Calibri" panose="020F0502020204030204" pitchFamily="34" charset="0"/>
          </a:endParaRPr>
        </a:p>
      </dgm:t>
    </dgm:pt>
    <dgm:pt modelId="{7301AA20-4977-4462-8429-F2BAFC28745C}" cxnId="{FFA8E339-6478-4B2F-8DA0-7C9F035F0EC1}" type="parTrans">
      <dgm:prSet/>
      <dgm:spPr/>
      <dgm:t>
        <a:bodyPr/>
        <a:lstStyle/>
        <a:p>
          <a:endParaRPr lang="en-IN"/>
        </a:p>
      </dgm:t>
    </dgm:pt>
    <dgm:pt modelId="{FC7AB01E-9FEF-46E2-80F5-5EFAF3148405}" cxnId="{FFA8E339-6478-4B2F-8DA0-7C9F035F0EC1}" type="sibTrans">
      <dgm:prSet/>
      <dgm:spPr/>
      <dgm:t>
        <a:bodyPr/>
        <a:lstStyle/>
        <a:p>
          <a:endParaRPr lang="en-IN"/>
        </a:p>
      </dgm:t>
    </dgm:pt>
    <dgm:pt modelId="{9D7E2329-733C-47EE-8552-6E37E5B453B1}" type="pres">
      <dgm:prSet presAssocID="{CFB785D5-5BEA-46BF-B3D7-5162998CE539}" presName="linearFlow" presStyleCnt="0">
        <dgm:presLayoutVars>
          <dgm:dir/>
          <dgm:animLvl val="lvl"/>
          <dgm:resizeHandles/>
        </dgm:presLayoutVars>
      </dgm:prSet>
      <dgm:spPr/>
    </dgm:pt>
    <dgm:pt modelId="{5A060CD0-A39F-4442-8D2B-422DAD6F4899}" type="pres">
      <dgm:prSet presAssocID="{9D83D249-1A05-423C-A8E7-5A835258DDE5}" presName="compositeNode" presStyleCnt="0">
        <dgm:presLayoutVars>
          <dgm:bulletEnabled val="1"/>
        </dgm:presLayoutVars>
      </dgm:prSet>
      <dgm:spPr/>
    </dgm:pt>
    <dgm:pt modelId="{1F41E3F3-E37D-40DF-A41F-8C7B29041E0E}" type="pres">
      <dgm:prSet presAssocID="{9D83D249-1A05-423C-A8E7-5A835258DDE5}" presName="image" presStyleLbl="fgImgPlace1" presStyleIdx="0" presStyleCnt="3" custLinFactNeighborX="-8235"/>
      <dgm:spPr/>
    </dgm:pt>
    <dgm:pt modelId="{DBB5B1A7-8249-43B0-A424-DCAB64A26F91}" type="pres">
      <dgm:prSet presAssocID="{9D83D249-1A05-423C-A8E7-5A835258DDE5}" presName="childNode" presStyleLbl="node1" presStyleIdx="0" presStyleCnt="3" custScaleY="120330" custLinFactNeighborX="8554">
        <dgm:presLayoutVars>
          <dgm:bulletEnabled val="1"/>
        </dgm:presLayoutVars>
      </dgm:prSet>
      <dgm:spPr/>
      <dgm:t>
        <a:bodyPr/>
        <a:lstStyle/>
        <a:p>
          <a:endParaRPr lang="en-IN"/>
        </a:p>
      </dgm:t>
    </dgm:pt>
    <dgm:pt modelId="{848AB096-009A-404E-A839-957C437194BA}" type="pres">
      <dgm:prSet presAssocID="{9D83D249-1A05-423C-A8E7-5A835258DDE5}" presName="parentNode" presStyleLbl="revTx" presStyleIdx="0" presStyleCnt="3">
        <dgm:presLayoutVars>
          <dgm:chMax val="0"/>
          <dgm:bulletEnabled val="1"/>
        </dgm:presLayoutVars>
      </dgm:prSet>
      <dgm:spPr/>
      <dgm:t>
        <a:bodyPr/>
        <a:lstStyle/>
        <a:p>
          <a:endParaRPr lang="en-IN"/>
        </a:p>
      </dgm:t>
    </dgm:pt>
    <dgm:pt modelId="{F2DC9AEE-0E42-4D36-BBD8-DD52598C20EA}" type="pres">
      <dgm:prSet presAssocID="{749D0276-352F-4F87-BEE4-4410FE8D43AE}" presName="sibTrans" presStyleCnt="0"/>
      <dgm:spPr/>
    </dgm:pt>
    <dgm:pt modelId="{88E1CD06-6949-4DFE-B3AE-28215ECB3D23}" type="pres">
      <dgm:prSet presAssocID="{4826AAFF-00DB-4057-97E0-E0F488DCF333}" presName="compositeNode" presStyleCnt="0">
        <dgm:presLayoutVars>
          <dgm:bulletEnabled val="1"/>
        </dgm:presLayoutVars>
      </dgm:prSet>
      <dgm:spPr/>
    </dgm:pt>
    <dgm:pt modelId="{5E091B75-1623-46D7-A9A7-ADF19C5D4468}" type="pres">
      <dgm:prSet presAssocID="{4826AAFF-00DB-4057-97E0-E0F488DCF333}" presName="image" presStyleLbl="fgImgPlace1" presStyleIdx="1" presStyleCnt="3" custLinFactNeighborX="-30982" custLinFactNeighborY="-807"/>
      <dgm:spPr/>
    </dgm:pt>
    <dgm:pt modelId="{BC27845D-FA70-4A57-A88F-82C3A33FE246}" type="pres">
      <dgm:prSet presAssocID="{4826AAFF-00DB-4057-97E0-E0F488DCF333}" presName="childNode" presStyleLbl="node1" presStyleIdx="1" presStyleCnt="3" custScaleY="121780" custLinFactNeighborX="4606">
        <dgm:presLayoutVars>
          <dgm:bulletEnabled val="1"/>
        </dgm:presLayoutVars>
      </dgm:prSet>
      <dgm:spPr/>
      <dgm:t>
        <a:bodyPr/>
        <a:lstStyle/>
        <a:p>
          <a:endParaRPr lang="en-IN"/>
        </a:p>
      </dgm:t>
    </dgm:pt>
    <dgm:pt modelId="{B3109268-850A-441D-81A8-B423969EE483}" type="pres">
      <dgm:prSet presAssocID="{4826AAFF-00DB-4057-97E0-E0F488DCF333}" presName="parentNode" presStyleLbl="revTx" presStyleIdx="1" presStyleCnt="3">
        <dgm:presLayoutVars>
          <dgm:chMax val="0"/>
          <dgm:bulletEnabled val="1"/>
        </dgm:presLayoutVars>
      </dgm:prSet>
      <dgm:spPr/>
      <dgm:t>
        <a:bodyPr/>
        <a:lstStyle/>
        <a:p>
          <a:endParaRPr lang="en-IN"/>
        </a:p>
      </dgm:t>
    </dgm:pt>
    <dgm:pt modelId="{4FFF504B-0B47-4028-9D06-969B1DD871A4}" type="pres">
      <dgm:prSet presAssocID="{999783FA-5BDD-40B8-8A36-83AA6109D732}" presName="sibTrans" presStyleCnt="0"/>
      <dgm:spPr/>
    </dgm:pt>
    <dgm:pt modelId="{4A0FDB66-E010-442E-9030-4AFD957CF4DF}" type="pres">
      <dgm:prSet presAssocID="{19F08867-3B1A-482A-9FDC-FCA5D1E99585}" presName="compositeNode" presStyleCnt="0">
        <dgm:presLayoutVars>
          <dgm:bulletEnabled val="1"/>
        </dgm:presLayoutVars>
      </dgm:prSet>
      <dgm:spPr/>
    </dgm:pt>
    <dgm:pt modelId="{ECB40369-D4D2-4E82-B1F8-FEA85345314D}" type="pres">
      <dgm:prSet presAssocID="{19F08867-3B1A-482A-9FDC-FCA5D1E99585}" presName="image" presStyleLbl="fgImgPlace1" presStyleIdx="2" presStyleCnt="3" custLinFactNeighborX="-42640"/>
      <dgm:spPr/>
    </dgm:pt>
    <dgm:pt modelId="{F4A34F21-4900-4014-8A97-8C2F2B2ECA38}" type="pres">
      <dgm:prSet presAssocID="{19F08867-3B1A-482A-9FDC-FCA5D1E99585}" presName="childNode" presStyleLbl="node1" presStyleIdx="2" presStyleCnt="3" custScaleY="122062">
        <dgm:presLayoutVars>
          <dgm:bulletEnabled val="1"/>
        </dgm:presLayoutVars>
      </dgm:prSet>
      <dgm:spPr/>
      <dgm:t>
        <a:bodyPr/>
        <a:lstStyle/>
        <a:p>
          <a:endParaRPr lang="en-IN"/>
        </a:p>
      </dgm:t>
    </dgm:pt>
    <dgm:pt modelId="{6872EBA5-FC2A-4170-B3E8-AB7FB0F49870}" type="pres">
      <dgm:prSet presAssocID="{19F08867-3B1A-482A-9FDC-FCA5D1E99585}" presName="parentNode" presStyleLbl="revTx" presStyleIdx="2" presStyleCnt="3">
        <dgm:presLayoutVars>
          <dgm:chMax val="0"/>
          <dgm:bulletEnabled val="1"/>
        </dgm:presLayoutVars>
      </dgm:prSet>
      <dgm:spPr/>
      <dgm:t>
        <a:bodyPr/>
        <a:lstStyle/>
        <a:p>
          <a:endParaRPr lang="en-IN"/>
        </a:p>
      </dgm:t>
    </dgm:pt>
  </dgm:ptLst>
  <dgm:cxnLst>
    <dgm:cxn modelId="{EB57E106-2815-4E97-96CE-233B85821638}" srcId="{4826AAFF-00DB-4057-97E0-E0F488DCF333}" destId="{28D1F4B9-B06A-4655-97CB-DBECDE19AAC7}" srcOrd="3" destOrd="0" parTransId="{14CAAAED-3200-4ED2-A3E8-B12F13C98811}" sibTransId="{0FE6D5B2-FB8E-4B60-B547-C33FEBF7FF72}"/>
    <dgm:cxn modelId="{B17BC926-4C7A-4457-8672-62F497CEF9B0}" type="presOf" srcId="{0785FE9D-D20A-4D61-809B-3B8FAE66A43C}" destId="{DBB5B1A7-8249-43B0-A424-DCAB64A26F91}" srcOrd="0" destOrd="0" presId="urn:microsoft.com/office/officeart/2005/8/layout/hList2"/>
    <dgm:cxn modelId="{AB50D3E5-E5F1-4795-861E-F60BD3F707D7}" type="presOf" srcId="{AD54097D-FBC1-40C0-836D-1BAF078185F2}" destId="{DBB5B1A7-8249-43B0-A424-DCAB64A26F91}" srcOrd="0" destOrd="6" presId="urn:microsoft.com/office/officeart/2005/8/layout/hList2"/>
    <dgm:cxn modelId="{8E1E5B32-EAFC-4232-AE42-7BE9312BCE5A}" type="presOf" srcId="{72A514F9-1157-425C-BFB5-38577DFBE795}" destId="{DBB5B1A7-8249-43B0-A424-DCAB64A26F91}" srcOrd="0" destOrd="2" presId="urn:microsoft.com/office/officeart/2005/8/layout/hList2"/>
    <dgm:cxn modelId="{FB93FA1F-460F-414E-B45A-E368BB2FE0B3}" type="presOf" srcId="{4826AAFF-00DB-4057-97E0-E0F488DCF333}" destId="{B3109268-850A-441D-81A8-B423969EE483}" srcOrd="0" destOrd="0" presId="urn:microsoft.com/office/officeart/2005/8/layout/hList2"/>
    <dgm:cxn modelId="{8B25FA2B-0113-424B-9D57-0FB50AF54D39}" srcId="{4826AAFF-00DB-4057-97E0-E0F488DCF333}" destId="{64B14669-FE6F-4568-AFC6-B88A544E7E0C}" srcOrd="5" destOrd="0" parTransId="{26DE1E29-4A2C-4439-AF79-35B777750177}" sibTransId="{3449FF75-518C-4DD2-A96F-0DE8DD55A588}"/>
    <dgm:cxn modelId="{B3AF0687-8701-4B49-830B-401590C87B8A}" type="presOf" srcId="{9D83D249-1A05-423C-A8E7-5A835258DDE5}" destId="{848AB096-009A-404E-A839-957C437194BA}" srcOrd="0" destOrd="0" presId="urn:microsoft.com/office/officeart/2005/8/layout/hList2"/>
    <dgm:cxn modelId="{11BFB572-23C0-4922-84A1-8246E4CD776C}" type="presOf" srcId="{28D1F4B9-B06A-4655-97CB-DBECDE19AAC7}" destId="{BC27845D-FA70-4A57-A88F-82C3A33FE246}" srcOrd="0" destOrd="3" presId="urn:microsoft.com/office/officeart/2005/8/layout/hList2"/>
    <dgm:cxn modelId="{0FC8C12B-11D1-4737-8F38-B4DF0DF37302}" type="presOf" srcId="{C84E3966-DD2B-421E-9FCF-EBDEB704FEAB}" destId="{F4A34F21-4900-4014-8A97-8C2F2B2ECA38}" srcOrd="0" destOrd="5" presId="urn:microsoft.com/office/officeart/2005/8/layout/hList2"/>
    <dgm:cxn modelId="{BCAA0ED3-9274-4450-9947-FC8E6D701E50}" type="presOf" srcId="{36851288-1E16-4AA0-BFAD-44F1F99EA809}" destId="{BC27845D-FA70-4A57-A88F-82C3A33FE246}" srcOrd="0" destOrd="6" presId="urn:microsoft.com/office/officeart/2005/8/layout/hList2"/>
    <dgm:cxn modelId="{CAFD68FE-C1FC-430E-9881-8EBFC2FC5E8E}" srcId="{4826AAFF-00DB-4057-97E0-E0F488DCF333}" destId="{8B1A7170-E0DD-47E2-B4C9-B45C11E84B3A}" srcOrd="7" destOrd="0" parTransId="{B9038D56-E82E-4204-ABD9-F74DFC2C0F48}" sibTransId="{4A11F723-467D-46B5-8507-9375732526FC}"/>
    <dgm:cxn modelId="{9A3C4FE0-CE23-4C49-A95B-452B73ACF4E3}" type="presOf" srcId="{5054241E-E32B-4A68-997E-CCCF7B24CB75}" destId="{BC27845D-FA70-4A57-A88F-82C3A33FE246}" srcOrd="0" destOrd="2" presId="urn:microsoft.com/office/officeart/2005/8/layout/hList2"/>
    <dgm:cxn modelId="{DBFD7044-1CE6-49AF-AD55-F4E298A081D2}" type="presOf" srcId="{15CC4544-9A14-41D7-96B0-66832B88FC88}" destId="{BC27845D-FA70-4A57-A88F-82C3A33FE246}" srcOrd="0" destOrd="4" presId="urn:microsoft.com/office/officeart/2005/8/layout/hList2"/>
    <dgm:cxn modelId="{EF8F377F-82F0-4654-BA12-89F6EC0609DA}" type="presOf" srcId="{0DA1660B-F423-4BC5-BAC9-39B42EA64F83}" destId="{F4A34F21-4900-4014-8A97-8C2F2B2ECA38}" srcOrd="0" destOrd="3" presId="urn:microsoft.com/office/officeart/2005/8/layout/hList2"/>
    <dgm:cxn modelId="{C1F53D1F-C8CF-473E-AC7B-50038DE7CD77}" srcId="{CFB785D5-5BEA-46BF-B3D7-5162998CE539}" destId="{4826AAFF-00DB-4057-97E0-E0F488DCF333}" srcOrd="1" destOrd="0" parTransId="{5D0C82F8-B152-4956-8DBA-00D77200A09E}" sibTransId="{999783FA-5BDD-40B8-8A36-83AA6109D732}"/>
    <dgm:cxn modelId="{8876F353-7AB8-47B0-8747-F2CCE80EAF12}" srcId="{4826AAFF-00DB-4057-97E0-E0F488DCF333}" destId="{5054241E-E32B-4A68-997E-CCCF7B24CB75}" srcOrd="2" destOrd="0" parTransId="{77924918-9326-4961-AC63-ACFC93AB961B}" sibTransId="{CED6B3CD-8375-49DB-AD25-DEEB3481D133}"/>
    <dgm:cxn modelId="{96F852C3-E4DD-49B0-B091-199469F54CA4}" type="presOf" srcId="{4CC9EE69-9DDD-4815-BF18-AF25FCD93893}" destId="{DBB5B1A7-8249-43B0-A424-DCAB64A26F91}" srcOrd="0" destOrd="1" presId="urn:microsoft.com/office/officeart/2005/8/layout/hList2"/>
    <dgm:cxn modelId="{B7619DC6-39CE-4324-B994-537C04A9E9BF}" srcId="{CFB785D5-5BEA-46BF-B3D7-5162998CE539}" destId="{9D83D249-1A05-423C-A8E7-5A835258DDE5}" srcOrd="0" destOrd="0" parTransId="{AB5E98E8-3FE2-453B-8690-843B93201B69}" sibTransId="{749D0276-352F-4F87-BEE4-4410FE8D43AE}"/>
    <dgm:cxn modelId="{C8F0FCEC-4822-4B04-8934-FEB5FD3322A0}" srcId="{9D83D249-1A05-423C-A8E7-5A835258DDE5}" destId="{48772D12-128A-4E67-A019-433FEDD31DAD}" srcOrd="1" destOrd="0" parTransId="{649083A9-3226-40DC-AD1D-3DD21C08DDDA}" sibTransId="{81FDB357-10A3-4203-B8E9-713764ED4351}"/>
    <dgm:cxn modelId="{43639CDA-869E-4B6C-9E78-702C628A1649}" type="presOf" srcId="{B111EF09-BE2A-4DAA-9512-1F5760891C91}" destId="{BC27845D-FA70-4A57-A88F-82C3A33FE246}" srcOrd="0" destOrd="0" presId="urn:microsoft.com/office/officeart/2005/8/layout/hList2"/>
    <dgm:cxn modelId="{FF10476B-6A43-4BF5-872C-21460C344DCB}" srcId="{19F08867-3B1A-482A-9FDC-FCA5D1E99585}" destId="{384D5995-A412-4B7E-951E-5DB3F98DFE8F}" srcOrd="0" destOrd="0" parTransId="{7880281A-3C1E-41F8-B273-60411A6761BD}" sibTransId="{0A5484A6-755A-4692-BD08-DF4074BEAAE8}"/>
    <dgm:cxn modelId="{7AF62092-DC5E-4CFE-939A-44FD88761FBE}" type="presOf" srcId="{615D46E7-FAD8-4A68-8703-54634FABED91}" destId="{F4A34F21-4900-4014-8A97-8C2F2B2ECA38}" srcOrd="0" destOrd="2" presId="urn:microsoft.com/office/officeart/2005/8/layout/hList2"/>
    <dgm:cxn modelId="{EEF3BDA9-7631-4D33-9F4E-BA6F723FDB8C}" srcId="{9D83D249-1A05-423C-A8E7-5A835258DDE5}" destId="{0785FE9D-D20A-4D61-809B-3B8FAE66A43C}" srcOrd="0" destOrd="0" parTransId="{D2C717C8-A899-4C45-A01E-C39C068676AD}" sibTransId="{6DDEAC8F-8E2F-4613-B242-CC9289E6DEF9}"/>
    <dgm:cxn modelId="{7E7F6AD9-6A8D-4DE2-AC3D-5B69FF493387}" srcId="{19F08867-3B1A-482A-9FDC-FCA5D1E99585}" destId="{615D46E7-FAD8-4A68-8703-54634FABED91}" srcOrd="2" destOrd="0" parTransId="{AA3DE5F2-9708-4B91-8A65-C80E168E00DC}" sibTransId="{733E6D73-FCBD-41F8-BDF4-904146C1121F}"/>
    <dgm:cxn modelId="{E9033F89-126A-4134-8530-5617E2408041}" type="presOf" srcId="{CFB785D5-5BEA-46BF-B3D7-5162998CE539}" destId="{9D7E2329-733C-47EE-8552-6E37E5B453B1}" srcOrd="0" destOrd="0" presId="urn:microsoft.com/office/officeart/2005/8/layout/hList2"/>
    <dgm:cxn modelId="{603F3BC3-5B70-4373-A247-DADB007EAAFB}" srcId="{9D83D249-1A05-423C-A8E7-5A835258DDE5}" destId="{627107B2-3BD7-4C57-93A7-70F2D4BA9083}" srcOrd="2" destOrd="0" parTransId="{98013FF8-3CF1-4693-9BE7-6094D546796F}" sibTransId="{0EDE5CCE-AF5E-4761-92E9-4C3FD4A3C4F7}"/>
    <dgm:cxn modelId="{B0F3FA50-32F4-4D0A-8F64-73F495F882E7}" srcId="{0785FE9D-D20A-4D61-809B-3B8FAE66A43C}" destId="{1288327E-AE85-4F35-B4F5-6B4FBCB3E206}" srcOrd="2" destOrd="0" parTransId="{1F5AAD31-DAF1-4A1C-9968-826051BBAC96}" sibTransId="{D0F7B1C4-2A88-4791-8596-881A571057B1}"/>
    <dgm:cxn modelId="{6C65743D-8CAD-440E-9DBD-18EAF9835FED}" srcId="{4826AAFF-00DB-4057-97E0-E0F488DCF333}" destId="{15CC4544-9A14-41D7-96B0-66832B88FC88}" srcOrd="4" destOrd="0" parTransId="{E05DB17A-6286-4D2C-AB99-C96F764B8540}" sibTransId="{9C5523B1-0B9A-44B9-A897-10CD3C7B0BD0}"/>
    <dgm:cxn modelId="{869C8739-C235-420E-AB7F-1FFA6BC6E37C}" type="presOf" srcId="{1288327E-AE85-4F35-B4F5-6B4FBCB3E206}" destId="{DBB5B1A7-8249-43B0-A424-DCAB64A26F91}" srcOrd="0" destOrd="3" presId="urn:microsoft.com/office/officeart/2005/8/layout/hList2"/>
    <dgm:cxn modelId="{E6D41EBA-20A9-4F18-AB0B-2825785893C9}" type="presOf" srcId="{64B14669-FE6F-4568-AFC6-B88A544E7E0C}" destId="{BC27845D-FA70-4A57-A88F-82C3A33FE246}" srcOrd="0" destOrd="5" presId="urn:microsoft.com/office/officeart/2005/8/layout/hList2"/>
    <dgm:cxn modelId="{FA707CFF-DA6E-4E1E-9F04-896F51DC9396}" srcId="{9D83D249-1A05-423C-A8E7-5A835258DDE5}" destId="{AD54097D-FBC1-40C0-836D-1BAF078185F2}" srcOrd="3" destOrd="0" parTransId="{60396AF9-C52B-419A-A303-BFE2B14AFABF}" sibTransId="{F4D27CAC-6953-4D52-A947-CA3197F55FAF}"/>
    <dgm:cxn modelId="{373A265B-7326-43B9-BA8D-DCDBED1266B7}" type="presOf" srcId="{5261FD0A-8F60-49C4-B20B-3EC90477E47F}" destId="{BC27845D-FA70-4A57-A88F-82C3A33FE246}" srcOrd="0" destOrd="1" presId="urn:microsoft.com/office/officeart/2005/8/layout/hList2"/>
    <dgm:cxn modelId="{01748CE1-D7ED-4239-86B7-D471E5D55CB2}" type="presOf" srcId="{384D5995-A412-4B7E-951E-5DB3F98DFE8F}" destId="{F4A34F21-4900-4014-8A97-8C2F2B2ECA38}" srcOrd="0" destOrd="0" presId="urn:microsoft.com/office/officeart/2005/8/layout/hList2"/>
    <dgm:cxn modelId="{606F5669-12AD-4077-AE2F-A30C43FCACDD}" srcId="{0785FE9D-D20A-4D61-809B-3B8FAE66A43C}" destId="{72A514F9-1157-425C-BFB5-38577DFBE795}" srcOrd="1" destOrd="0" parTransId="{002F01D0-D214-4913-93A3-4DCEF59A2410}" sibTransId="{8F41964E-9456-4EB3-8232-5DD503701DB6}"/>
    <dgm:cxn modelId="{7BA673B5-95BB-4E5A-99D5-C0A05A0C6744}" srcId="{4826AAFF-00DB-4057-97E0-E0F488DCF333}" destId="{5261FD0A-8F60-49C4-B20B-3EC90477E47F}" srcOrd="1" destOrd="0" parTransId="{1248C51B-754E-4E0F-BFC4-1D4C74C2582B}" sibTransId="{E7B4B15E-CB4E-4D3F-8BC8-644CF8293DD6}"/>
    <dgm:cxn modelId="{FFA8E339-6478-4B2F-8DA0-7C9F035F0EC1}" srcId="{19F08867-3B1A-482A-9FDC-FCA5D1E99585}" destId="{C84E3966-DD2B-421E-9FCF-EBDEB704FEAB}" srcOrd="5" destOrd="0" parTransId="{7301AA20-4977-4462-8429-F2BAFC28745C}" sibTransId="{FC7AB01E-9FEF-46E2-80F5-5EFAF3148405}"/>
    <dgm:cxn modelId="{F0956675-D884-4527-9EEA-BE9E60B8162F}" srcId="{19F08867-3B1A-482A-9FDC-FCA5D1E99585}" destId="{1E3A97FA-15DD-4836-9B00-4D5F52758D82}" srcOrd="4" destOrd="0" parTransId="{7B3641AA-371F-4ECD-AA72-FD316EFF6A14}" sibTransId="{EA651B68-A3BB-4AD4-B18A-0C2C98B1E5B3}"/>
    <dgm:cxn modelId="{E8B8674E-FC7B-40B2-9C6D-376AC78DA938}" type="presOf" srcId="{627107B2-3BD7-4C57-93A7-70F2D4BA9083}" destId="{DBB5B1A7-8249-43B0-A424-DCAB64A26F91}" srcOrd="0" destOrd="5" presId="urn:microsoft.com/office/officeart/2005/8/layout/hList2"/>
    <dgm:cxn modelId="{9A772144-0386-4D35-87EA-60913C4D82D7}" srcId="{19F08867-3B1A-482A-9FDC-FCA5D1E99585}" destId="{BDA38047-7F3D-4E2B-BAF6-51F4B13DB30B}" srcOrd="1" destOrd="0" parTransId="{FCC4AA62-8FB1-48E3-A1FC-74CB641C6F3F}" sibTransId="{0D9A959F-BDB8-4EE6-ACF7-2E2CDDCD7C5A}"/>
    <dgm:cxn modelId="{3D607D55-4665-4675-BFFC-51E3B09D3E5C}" type="presOf" srcId="{1E3A97FA-15DD-4836-9B00-4D5F52758D82}" destId="{F4A34F21-4900-4014-8A97-8C2F2B2ECA38}" srcOrd="0" destOrd="4" presId="urn:microsoft.com/office/officeart/2005/8/layout/hList2"/>
    <dgm:cxn modelId="{764D5E58-D4A4-4EDC-9201-CAE39F658BA9}" srcId="{4826AAFF-00DB-4057-97E0-E0F488DCF333}" destId="{B111EF09-BE2A-4DAA-9512-1F5760891C91}" srcOrd="0" destOrd="0" parTransId="{1343E956-A768-40E3-AA47-F26E475B7042}" sibTransId="{4B3DC411-2022-43E1-9860-FC3F103DB198}"/>
    <dgm:cxn modelId="{0FB5F997-7083-42AD-A73D-E3F10F735A3E}" srcId="{CFB785D5-5BEA-46BF-B3D7-5162998CE539}" destId="{19F08867-3B1A-482A-9FDC-FCA5D1E99585}" srcOrd="2" destOrd="0" parTransId="{823F35C1-6C6D-4E09-946D-E490AEAA6690}" sibTransId="{ABDA2D7E-D1F9-427E-95B9-0681D621FCB8}"/>
    <dgm:cxn modelId="{997BC826-A4F3-460F-A29A-E48B54F2646C}" srcId="{4826AAFF-00DB-4057-97E0-E0F488DCF333}" destId="{36851288-1E16-4AA0-BFAD-44F1F99EA809}" srcOrd="6" destOrd="0" parTransId="{5EC256E1-3BF7-444A-9557-427966E3D273}" sibTransId="{6BDD43CB-8F0C-4D72-8569-4903165EC8A1}"/>
    <dgm:cxn modelId="{53D980AC-0E6F-4C2F-91CA-EF1962B0FCC7}" type="presOf" srcId="{8B1A7170-E0DD-47E2-B4C9-B45C11E84B3A}" destId="{BC27845D-FA70-4A57-A88F-82C3A33FE246}" srcOrd="0" destOrd="7" presId="urn:microsoft.com/office/officeart/2005/8/layout/hList2"/>
    <dgm:cxn modelId="{AC5CE611-9BAE-4D73-B403-BF361219A9AB}" srcId="{19F08867-3B1A-482A-9FDC-FCA5D1E99585}" destId="{0DA1660B-F423-4BC5-BAC9-39B42EA64F83}" srcOrd="3" destOrd="0" parTransId="{5B2DB402-B168-4784-A8ED-E1E4D6CF1D67}" sibTransId="{1D50DD32-995A-46A1-A61D-93FAA65F7E26}"/>
    <dgm:cxn modelId="{1F0649DF-FC23-4683-B762-957AE4B76955}" type="presOf" srcId="{BDA38047-7F3D-4E2B-BAF6-51F4B13DB30B}" destId="{F4A34F21-4900-4014-8A97-8C2F2B2ECA38}" srcOrd="0" destOrd="1" presId="urn:microsoft.com/office/officeart/2005/8/layout/hList2"/>
    <dgm:cxn modelId="{2F6B5D32-1661-496A-A9F3-6A560520F094}" srcId="{0785FE9D-D20A-4D61-809B-3B8FAE66A43C}" destId="{4CC9EE69-9DDD-4815-BF18-AF25FCD93893}" srcOrd="0" destOrd="0" parTransId="{71792390-16A4-4608-A265-FC4BE677EE31}" sibTransId="{780BC698-458E-448F-9FC8-818386E16918}"/>
    <dgm:cxn modelId="{CD793F58-AACF-4FB2-B507-3428E98E0465}" type="presOf" srcId="{19F08867-3B1A-482A-9FDC-FCA5D1E99585}" destId="{6872EBA5-FC2A-4170-B3E8-AB7FB0F49870}" srcOrd="0" destOrd="0" presId="urn:microsoft.com/office/officeart/2005/8/layout/hList2"/>
    <dgm:cxn modelId="{510B2C32-9E9C-4CE3-A7E7-BB9369CB8F95}" type="presOf" srcId="{48772D12-128A-4E67-A019-433FEDD31DAD}" destId="{DBB5B1A7-8249-43B0-A424-DCAB64A26F91}" srcOrd="0" destOrd="4" presId="urn:microsoft.com/office/officeart/2005/8/layout/hList2"/>
    <dgm:cxn modelId="{D5CD3B49-AB90-4D94-9722-4CC0B5D37D1D}" type="presParOf" srcId="{9D7E2329-733C-47EE-8552-6E37E5B453B1}" destId="{5A060CD0-A39F-4442-8D2B-422DAD6F4899}" srcOrd="0" destOrd="0" presId="urn:microsoft.com/office/officeart/2005/8/layout/hList2"/>
    <dgm:cxn modelId="{4CC71D42-182C-42E1-BB3C-F7F2BA79CEA4}" type="presParOf" srcId="{5A060CD0-A39F-4442-8D2B-422DAD6F4899}" destId="{1F41E3F3-E37D-40DF-A41F-8C7B29041E0E}" srcOrd="0" destOrd="0" presId="urn:microsoft.com/office/officeart/2005/8/layout/hList2"/>
    <dgm:cxn modelId="{E37806FD-F9E5-4D61-A189-BC00B1EF9F3A}" type="presParOf" srcId="{5A060CD0-A39F-4442-8D2B-422DAD6F4899}" destId="{DBB5B1A7-8249-43B0-A424-DCAB64A26F91}" srcOrd="1" destOrd="0" presId="urn:microsoft.com/office/officeart/2005/8/layout/hList2"/>
    <dgm:cxn modelId="{555BA2F2-C632-46ED-BD3F-CA14492A25B6}" type="presParOf" srcId="{5A060CD0-A39F-4442-8D2B-422DAD6F4899}" destId="{848AB096-009A-404E-A839-957C437194BA}" srcOrd="2" destOrd="0" presId="urn:microsoft.com/office/officeart/2005/8/layout/hList2"/>
    <dgm:cxn modelId="{45EB5FC8-CCC4-4EAD-BBE4-8F2746691416}" type="presParOf" srcId="{9D7E2329-733C-47EE-8552-6E37E5B453B1}" destId="{F2DC9AEE-0E42-4D36-BBD8-DD52598C20EA}" srcOrd="1" destOrd="0" presId="urn:microsoft.com/office/officeart/2005/8/layout/hList2"/>
    <dgm:cxn modelId="{E171EA76-FAF0-462C-B1E3-A666166FFD60}" type="presParOf" srcId="{9D7E2329-733C-47EE-8552-6E37E5B453B1}" destId="{88E1CD06-6949-4DFE-B3AE-28215ECB3D23}" srcOrd="2" destOrd="0" presId="urn:microsoft.com/office/officeart/2005/8/layout/hList2"/>
    <dgm:cxn modelId="{DB23D5C2-082A-4570-B90E-0C4489662D52}" type="presParOf" srcId="{88E1CD06-6949-4DFE-B3AE-28215ECB3D23}" destId="{5E091B75-1623-46D7-A9A7-ADF19C5D4468}" srcOrd="0" destOrd="0" presId="urn:microsoft.com/office/officeart/2005/8/layout/hList2"/>
    <dgm:cxn modelId="{A0CCB19E-8D25-4714-8B9B-4136B60D4721}" type="presParOf" srcId="{88E1CD06-6949-4DFE-B3AE-28215ECB3D23}" destId="{BC27845D-FA70-4A57-A88F-82C3A33FE246}" srcOrd="1" destOrd="0" presId="urn:microsoft.com/office/officeart/2005/8/layout/hList2"/>
    <dgm:cxn modelId="{EB9A8934-DA2A-4122-85A7-DECBDF6D331E}" type="presParOf" srcId="{88E1CD06-6949-4DFE-B3AE-28215ECB3D23}" destId="{B3109268-850A-441D-81A8-B423969EE483}" srcOrd="2" destOrd="0" presId="urn:microsoft.com/office/officeart/2005/8/layout/hList2"/>
    <dgm:cxn modelId="{0C3F3502-1008-4CEA-BCB1-DF59970BD82F}" type="presParOf" srcId="{9D7E2329-733C-47EE-8552-6E37E5B453B1}" destId="{4FFF504B-0B47-4028-9D06-969B1DD871A4}" srcOrd="3" destOrd="0" presId="urn:microsoft.com/office/officeart/2005/8/layout/hList2"/>
    <dgm:cxn modelId="{55B4DB9E-C81F-465B-A6F8-694A5A5ED7B3}" type="presParOf" srcId="{9D7E2329-733C-47EE-8552-6E37E5B453B1}" destId="{4A0FDB66-E010-442E-9030-4AFD957CF4DF}" srcOrd="4" destOrd="0" presId="urn:microsoft.com/office/officeart/2005/8/layout/hList2"/>
    <dgm:cxn modelId="{63BC6D57-85F2-4ACA-B870-33004C49EAC9}" type="presParOf" srcId="{4A0FDB66-E010-442E-9030-4AFD957CF4DF}" destId="{ECB40369-D4D2-4E82-B1F8-FEA85345314D}" srcOrd="0" destOrd="0" presId="urn:microsoft.com/office/officeart/2005/8/layout/hList2"/>
    <dgm:cxn modelId="{74313FE5-D642-40FA-907E-0C34080F4C66}" type="presParOf" srcId="{4A0FDB66-E010-442E-9030-4AFD957CF4DF}" destId="{F4A34F21-4900-4014-8A97-8C2F2B2ECA38}" srcOrd="1" destOrd="0" presId="urn:microsoft.com/office/officeart/2005/8/layout/hList2"/>
    <dgm:cxn modelId="{55D951A7-6478-41B3-822B-9E14A9C6148B}" type="presParOf" srcId="{4A0FDB66-E010-442E-9030-4AFD957CF4DF}" destId="{6872EBA5-FC2A-4170-B3E8-AB7FB0F49870}" srcOrd="2" destOrd="0" presId="urn:microsoft.com/office/officeart/2005/8/layout/h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8AB096-009A-404E-A839-957C437194BA}">
      <dsp:nvSpPr>
        <dsp:cNvPr id="0" name=""/>
        <dsp:cNvSpPr/>
      </dsp:nvSpPr>
      <dsp:spPr>
        <a:xfrm rot="16200000">
          <a:off x="-2043132" y="2763279"/>
          <a:ext cx="4604542" cy="4100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61674" bIns="0" numCol="1" spcCol="1270" anchor="t" anchorCtr="0">
          <a:noAutofit/>
        </a:bodyPr>
        <a:lstStyle/>
        <a:p>
          <a:pPr lvl="0" algn="r" defTabSz="1066800">
            <a:lnSpc>
              <a:spcPct val="90000"/>
            </a:lnSpc>
            <a:spcBef>
              <a:spcPct val="0"/>
            </a:spcBef>
            <a:spcAft>
              <a:spcPct val="35000"/>
            </a:spcAft>
          </a:pPr>
          <a:r>
            <a:rPr kumimoji="0" lang="en-US" altLang="en-GB" sz="2400" b="1" i="0" u="none" strike="noStrike" kern="1200" cap="none" spc="0" normalizeH="0" baseline="0" noProof="0" smtClean="0">
              <a:ln/>
              <a:effectLst/>
              <a:uLnTx/>
              <a:uFillTx/>
              <a:latin typeface="Calibri" panose="020F0502020204030204"/>
            </a:rPr>
            <a:t>Product configuration</a:t>
          </a:r>
          <a:endParaRPr lang="en-IN" sz="2400" kern="1200" dirty="0"/>
        </a:p>
      </dsp:txBody>
      <dsp:txXfrm>
        <a:off x="-2043132" y="2763279"/>
        <a:ext cx="4604542" cy="410086"/>
      </dsp:txXfrm>
    </dsp:sp>
    <dsp:sp modelId="{DBB5B1A7-8249-43B0-A424-DCAB64A26F91}">
      <dsp:nvSpPr>
        <dsp:cNvPr id="0" name=""/>
        <dsp:cNvSpPr/>
      </dsp:nvSpPr>
      <dsp:spPr>
        <a:xfrm>
          <a:off x="638911" y="198000"/>
          <a:ext cx="2042665" cy="5540645"/>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361674" rIns="85344" bIns="85344" numCol="1" spcCol="1270" anchor="t" anchorCtr="0">
          <a:noAutofit/>
        </a:bodyPr>
        <a:lstStyle/>
        <a:p>
          <a:pPr marL="171450" lvl="1" indent="-171450" algn="l" defTabSz="533400">
            <a:lnSpc>
              <a:spcPct val="90000"/>
            </a:lnSpc>
            <a:spcBef>
              <a:spcPct val="0"/>
            </a:spcBef>
            <a:spcAft>
              <a:spcPct val="15000"/>
            </a:spcAft>
            <a:buChar char="••"/>
          </a:pPr>
          <a:r>
            <a:rPr kumimoji="0" lang="en-GB" sz="1200" b="1" i="0" u="none" strike="noStrike" kern="1200" cap="none" spc="0" normalizeH="0" baseline="0" noProof="0" smtClean="0">
              <a:ln/>
              <a:effectLst/>
              <a:uLnTx/>
              <a:uFillTx/>
              <a:latin typeface="Calibri" panose="020F0502020204030204" pitchFamily="34" charset="0"/>
              <a:cs typeface="Calibri" panose="020F0502020204030204" pitchFamily="34" charset="0"/>
            </a:rPr>
            <a:t>Peril</a:t>
          </a:r>
          <a:r>
            <a:rPr kumimoji="0" lang="en-GB" sz="1200" b="1" i="0" u="none" strike="noStrike" kern="1200" cap="none" spc="0" normalizeH="0" noProof="0" smtClean="0">
              <a:ln/>
              <a:effectLst/>
              <a:uLnTx/>
              <a:uFillTx/>
              <a:latin typeface="Calibri" panose="020F0502020204030204" pitchFamily="34" charset="0"/>
              <a:cs typeface="Calibri" panose="020F0502020204030204" pitchFamily="34" charset="0"/>
            </a:rPr>
            <a:t> Class Mapping</a:t>
          </a:r>
          <a:endParaRPr lang="en-IN" sz="1200" b="1" kern="1200" dirty="0"/>
        </a:p>
        <a:p>
          <a:pPr marL="363538" lvl="2" indent="-188913" algn="l" defTabSz="488950">
            <a:lnSpc>
              <a:spcPct val="90000"/>
            </a:lnSpc>
            <a:spcBef>
              <a:spcPct val="0"/>
            </a:spcBef>
            <a:spcAft>
              <a:spcPct val="15000"/>
            </a:spcAft>
            <a:buChar char="••"/>
          </a:pPr>
          <a:r>
            <a:rPr kumimoji="0" lang="en-US" altLang="en-GB" sz="1100" i="0" u="none" strike="noStrike" kern="1200" cap="none" spc="0" normalizeH="0" noProof="0" smtClean="0">
              <a:ln/>
              <a:effectLst/>
              <a:uLnTx/>
              <a:uFillTx/>
              <a:latin typeface="Calibri" panose="020F0502020204030204" pitchFamily="34" charset="0"/>
              <a:cs typeface="Calibri" panose="020F0502020204030204" pitchFamily="34" charset="0"/>
            </a:rPr>
            <a:t>Combination of Product Vs Cover for mapping the Peril Class</a:t>
          </a:r>
          <a:endParaRPr lang="en-IN" sz="1100" kern="1200" dirty="0"/>
        </a:p>
        <a:p>
          <a:pPr marL="363538" lvl="2" indent="-188913" algn="l" defTabSz="488950">
            <a:lnSpc>
              <a:spcPct val="90000"/>
            </a:lnSpc>
            <a:spcBef>
              <a:spcPct val="0"/>
            </a:spcBef>
            <a:spcAft>
              <a:spcPct val="15000"/>
            </a:spcAft>
            <a:buChar char="••"/>
          </a:pPr>
          <a:r>
            <a:rPr kumimoji="0" lang="en-US" altLang="en-GB" sz="1100" i="0" u="none" strike="noStrike" kern="1200" cap="none" spc="0" normalizeH="0" noProof="0" smtClean="0">
              <a:ln/>
              <a:effectLst/>
              <a:uLnTx/>
              <a:uFillTx/>
              <a:latin typeface="Calibri" panose="020F0502020204030204" pitchFamily="34" charset="0"/>
              <a:cs typeface="Calibri" panose="020F0502020204030204" pitchFamily="34" charset="0"/>
            </a:rPr>
            <a:t>ADD RI SI YN &amp; ADD PREM YN flag</a:t>
          </a:r>
          <a:endParaRPr kumimoji="0" lang="en-US" altLang="en-GB" sz="1100" i="0" u="none" strike="noStrike" kern="1200" cap="none" spc="0" normalizeH="0" noProof="0" dirty="0" smtClean="0">
            <a:ln/>
            <a:effectLst/>
            <a:uLnTx/>
            <a:uFillTx/>
            <a:latin typeface="Calibri" panose="020F0502020204030204" pitchFamily="34" charset="0"/>
            <a:cs typeface="Calibri" panose="020F0502020204030204" pitchFamily="34" charset="0"/>
          </a:endParaRPr>
        </a:p>
        <a:p>
          <a:pPr marL="363538" lvl="2" indent="-188913" algn="l" defTabSz="488950">
            <a:lnSpc>
              <a:spcPct val="90000"/>
            </a:lnSpc>
            <a:spcBef>
              <a:spcPct val="0"/>
            </a:spcBef>
            <a:spcAft>
              <a:spcPct val="15000"/>
            </a:spcAft>
            <a:buChar char="••"/>
          </a:pPr>
          <a:r>
            <a:rPr kumimoji="0" lang="en-US" altLang="en-GB" sz="1100" i="0" u="none" strike="noStrike" kern="1200" cap="none" spc="0" normalizeH="0" noProof="0" smtClean="0">
              <a:ln/>
              <a:effectLst/>
              <a:uLnTx/>
              <a:uFillTx/>
              <a:latin typeface="Calibri" panose="020F0502020204030204" pitchFamily="34" charset="0"/>
              <a:cs typeface="Calibri" panose="020F0502020204030204" pitchFamily="34" charset="0"/>
            </a:rPr>
            <a:t>Cover effective from &amp; to date</a:t>
          </a:r>
          <a:endParaRPr kumimoji="0" lang="en-US" altLang="en-GB" sz="1100" i="0" u="none" strike="noStrike" kern="1200" cap="none" spc="0" normalizeH="0" noProof="0" dirty="0" smtClean="0">
            <a:ln/>
            <a:effectLst/>
            <a:uLnTx/>
            <a:uFillTx/>
            <a:latin typeface="Calibri" panose="020F0502020204030204" pitchFamily="34" charset="0"/>
            <a:cs typeface="Calibri" panose="020F0502020204030204" pitchFamily="34" charset="0"/>
          </a:endParaRPr>
        </a:p>
        <a:p>
          <a:pPr marL="171450" lvl="1" indent="-171450" algn="l" defTabSz="533400">
            <a:lnSpc>
              <a:spcPct val="90000"/>
            </a:lnSpc>
            <a:spcBef>
              <a:spcPct val="0"/>
            </a:spcBef>
            <a:spcAft>
              <a:spcPct val="15000"/>
            </a:spcAft>
            <a:buChar char="••"/>
          </a:pPr>
          <a:r>
            <a:rPr kumimoji="0" lang="en-GB" sz="1200" b="1" i="0" u="none" strike="noStrike" kern="1200" cap="none" spc="0" normalizeH="0" baseline="0" smtClean="0">
              <a:ln/>
              <a:effectLst/>
              <a:uLnTx/>
              <a:uFillTx/>
              <a:latin typeface="Calibri" panose="020F0502020204030204" pitchFamily="34" charset="0"/>
              <a:cs typeface="Calibri" panose="020F0502020204030204" pitchFamily="34" charset="0"/>
            </a:rPr>
            <a:t>Risk Accumulation parameters</a:t>
          </a:r>
          <a:endParaRPr kumimoji="0" lang="en-IN" sz="1200" b="1" i="0" u="none" strike="noStrike" kern="1200" cap="none" spc="0" normalizeH="0" baseline="0" dirty="0">
            <a:ln/>
            <a:effectLst/>
            <a:uLnTx/>
            <a:uFillTx/>
            <a:latin typeface="Calibri" panose="020F0502020204030204" pitchFamily="34" charset="0"/>
            <a:cs typeface="Calibri" panose="020F0502020204030204" pitchFamily="34" charset="0"/>
          </a:endParaRPr>
        </a:p>
        <a:p>
          <a:pPr marL="363538" lvl="1" indent="-188913" algn="l" defTabSz="488950">
            <a:lnSpc>
              <a:spcPct val="90000"/>
            </a:lnSpc>
            <a:spcBef>
              <a:spcPct val="0"/>
            </a:spcBef>
            <a:spcAft>
              <a:spcPct val="15000"/>
            </a:spcAft>
            <a:buChar char="••"/>
          </a:pPr>
          <a:r>
            <a:rPr kumimoji="0" lang="en-US" altLang="en-GB" sz="1100" i="0" u="none" strike="noStrike" kern="1200" cap="none" spc="0" normalizeH="0" noProof="0" smtClean="0">
              <a:ln/>
              <a:effectLst/>
              <a:uLnTx/>
              <a:uFillTx/>
              <a:latin typeface="Calibri" panose="020F0502020204030204" pitchFamily="34" charset="0"/>
              <a:cs typeface="Calibri" panose="020F0502020204030204" pitchFamily="34" charset="0"/>
              <a:sym typeface="+mn-ea"/>
            </a:rPr>
            <a:t>RA Applicable YN at Product level</a:t>
          </a:r>
          <a:endParaRPr kumimoji="0" lang="en-IN" sz="1100" i="0" u="none" strike="noStrike" kern="1200" cap="none" spc="0" normalizeH="0" dirty="0">
            <a:ln/>
            <a:effectLst/>
            <a:uLnTx/>
            <a:uFillTx/>
            <a:latin typeface="Calibri" panose="020F0502020204030204" pitchFamily="34" charset="0"/>
            <a:cs typeface="Calibri" panose="020F0502020204030204" pitchFamily="34" charset="0"/>
          </a:endParaRPr>
        </a:p>
        <a:p>
          <a:pPr marL="363538" lvl="1" indent="-188913" algn="l" defTabSz="488950">
            <a:lnSpc>
              <a:spcPct val="90000"/>
            </a:lnSpc>
            <a:spcBef>
              <a:spcPct val="0"/>
            </a:spcBef>
            <a:spcAft>
              <a:spcPct val="15000"/>
            </a:spcAft>
            <a:buChar char="••"/>
          </a:pPr>
          <a:r>
            <a:rPr kumimoji="0" lang="en-US" altLang="en-GB" sz="1100" i="0" u="none" strike="noStrike" kern="1200" cap="none" spc="0" normalizeH="0" noProof="0" smtClean="0">
              <a:ln/>
              <a:effectLst/>
              <a:uLnTx/>
              <a:uFillTx/>
              <a:latin typeface="Calibri" panose="020F0502020204030204" pitchFamily="34" charset="0"/>
              <a:cs typeface="Calibri" panose="020F0502020204030204" pitchFamily="34" charset="0"/>
              <a:sym typeface="+mn-ea"/>
            </a:rPr>
            <a:t>RA Applicable at field level for RIsk Group field from Risk  Level-1</a:t>
          </a:r>
          <a:endParaRPr kumimoji="0" lang="en-GB" sz="1100" i="0" u="none" strike="noStrike" kern="1200" cap="none" spc="0" normalizeH="0" dirty="0" smtClean="0">
            <a:ln/>
            <a:effectLst/>
            <a:uLnTx/>
            <a:uFillTx/>
            <a:latin typeface="Calibri" panose="020F0502020204030204" pitchFamily="34" charset="0"/>
            <a:cs typeface="Calibri" panose="020F0502020204030204" pitchFamily="34" charset="0"/>
          </a:endParaRPr>
        </a:p>
      </dsp:txBody>
      <dsp:txXfrm>
        <a:off x="638911" y="198000"/>
        <a:ext cx="2042665" cy="5540645"/>
      </dsp:txXfrm>
    </dsp:sp>
    <dsp:sp modelId="{1F41E3F3-E37D-40DF-A41F-8C7B29041E0E}">
      <dsp:nvSpPr>
        <dsp:cNvPr id="0" name=""/>
        <dsp:cNvSpPr/>
      </dsp:nvSpPr>
      <dsp:spPr>
        <a:xfrm>
          <a:off x="0" y="124737"/>
          <a:ext cx="820173" cy="820173"/>
        </a:xfrm>
        <a:prstGeom prst="rect">
          <a:avLst/>
        </a:prstGeom>
        <a:solidFill>
          <a:schemeClr val="accent2">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3109268-850A-441D-81A8-B423969EE483}">
      <dsp:nvSpPr>
        <dsp:cNvPr id="0" name=""/>
        <dsp:cNvSpPr/>
      </dsp:nvSpPr>
      <dsp:spPr>
        <a:xfrm rot="16200000">
          <a:off x="924919" y="2763279"/>
          <a:ext cx="4604542" cy="4100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61674" bIns="0" numCol="1" spcCol="1270" anchor="t" anchorCtr="0">
          <a:noAutofit/>
        </a:bodyPr>
        <a:lstStyle/>
        <a:p>
          <a:pPr lvl="0" algn="r" defTabSz="1066800">
            <a:lnSpc>
              <a:spcPct val="90000"/>
            </a:lnSpc>
            <a:spcBef>
              <a:spcPct val="0"/>
            </a:spcBef>
            <a:spcAft>
              <a:spcPct val="35000"/>
            </a:spcAft>
          </a:pPr>
          <a:r>
            <a:rPr kumimoji="0" lang="en-GB" sz="2400" b="1" i="0" u="none" strike="noStrike" kern="1200" cap="none" spc="0" normalizeH="0" baseline="0" noProof="0" smtClean="0">
              <a:ln/>
              <a:effectLst/>
              <a:uLnTx/>
              <a:uFillTx/>
              <a:latin typeface="Calibri" panose="020F0502020204030204"/>
            </a:rPr>
            <a:t>Details Required From/To UW</a:t>
          </a:r>
          <a:endParaRPr lang="en-IN" sz="2400" kern="1200" dirty="0"/>
        </a:p>
      </dsp:txBody>
      <dsp:txXfrm>
        <a:off x="924919" y="2763279"/>
        <a:ext cx="4604542" cy="410086"/>
      </dsp:txXfrm>
    </dsp:sp>
    <dsp:sp modelId="{BC27845D-FA70-4A57-A88F-82C3A33FE246}">
      <dsp:nvSpPr>
        <dsp:cNvPr id="0" name=""/>
        <dsp:cNvSpPr/>
      </dsp:nvSpPr>
      <dsp:spPr>
        <a:xfrm>
          <a:off x="3526319" y="164617"/>
          <a:ext cx="2042665" cy="5607411"/>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361674" rIns="85344" bIns="85344" numCol="1" spcCol="1270" anchor="t" anchorCtr="0">
          <a:noAutofit/>
        </a:bodyPr>
        <a:lstStyle/>
        <a:p>
          <a:pPr marL="174625" lvl="1" indent="-174625" algn="l" defTabSz="533400">
            <a:lnSpc>
              <a:spcPct val="90000"/>
            </a:lnSpc>
            <a:spcBef>
              <a:spcPct val="0"/>
            </a:spcBef>
            <a:spcAft>
              <a:spcPct val="15000"/>
            </a:spcAft>
            <a:buChar char="••"/>
          </a:pPr>
          <a:r>
            <a:rPr kumimoji="0" lang="en-GB" sz="1200" b="1" i="0" u="none" strike="noStrike" kern="1200" cap="none" spc="0" normalizeH="0" baseline="0" noProof="0" smtClean="0">
              <a:ln/>
              <a:effectLst/>
              <a:uLnTx/>
              <a:uFillTx/>
              <a:latin typeface="Calibri" panose="020F0502020204030204"/>
            </a:rPr>
            <a:t>From </a:t>
          </a:r>
          <a:r>
            <a:rPr kumimoji="0" lang="en-US" altLang="en-GB" sz="1200" b="1" i="0" u="none" strike="noStrike" kern="1200" cap="none" spc="0" normalizeH="0" baseline="0" noProof="0" smtClean="0">
              <a:ln/>
              <a:effectLst/>
              <a:uLnTx/>
              <a:uFillTx/>
              <a:latin typeface="Calibri" panose="020F0502020204030204"/>
            </a:rPr>
            <a:t>UW</a:t>
          </a:r>
          <a:r>
            <a:rPr kumimoji="0" lang="en-GB" sz="1200" b="1" i="0" u="none" strike="noStrike" kern="1200" cap="none" spc="0" normalizeH="0" baseline="0" noProof="0" smtClean="0">
              <a:ln/>
              <a:effectLst/>
              <a:uLnTx/>
              <a:uFillTx/>
              <a:latin typeface="Calibri" panose="020F0502020204030204"/>
            </a:rPr>
            <a:t> Module</a:t>
          </a:r>
          <a:endParaRPr lang="en-IN" sz="1200" b="1" kern="1200" dirty="0"/>
        </a:p>
        <a:p>
          <a:pPr marL="363538" lvl="1" indent="-188913" algn="l" defTabSz="488950">
            <a:lnSpc>
              <a:spcPct val="90000"/>
            </a:lnSpc>
            <a:spcBef>
              <a:spcPct val="0"/>
            </a:spcBef>
            <a:spcAft>
              <a:spcPct val="15000"/>
            </a:spcAft>
            <a:buChar char="••"/>
          </a:pPr>
          <a:r>
            <a:rPr kumimoji="0" lang="en-US" altLang="en-GB" sz="1100" i="0" u="none" strike="noStrike" kern="1200" cap="none" spc="0" normalizeH="0" noProof="0" smtClean="0">
              <a:ln/>
              <a:effectLst/>
              <a:uLnTx/>
              <a:uFillTx/>
              <a:latin typeface="Calibri" panose="020F0502020204030204" pitchFamily="34" charset="0"/>
              <a:cs typeface="Calibri" panose="020F0502020204030204" pitchFamily="34" charset="0"/>
              <a:sym typeface="+mn-ea"/>
            </a:rPr>
            <a:t>Transaction details such as quote number, policy number, insured, assured, effective from and to date etc.,  at header level, other allocation related key information from Risk and cover such as risk ref. no, risk id, risk class, risk cover, SI, Premium, etc., for quote, policy, endorsements</a:t>
          </a:r>
          <a:endParaRPr kumimoji="0" lang="en-IN" sz="1100" i="0" u="none" strike="noStrike" kern="1200" cap="none" spc="0" normalizeH="0" dirty="0">
            <a:ln/>
            <a:effectLst/>
            <a:uLnTx/>
            <a:uFillTx/>
            <a:latin typeface="Calibri" panose="020F0502020204030204" pitchFamily="34" charset="0"/>
            <a:cs typeface="Calibri" panose="020F0502020204030204" pitchFamily="34" charset="0"/>
          </a:endParaRPr>
        </a:p>
        <a:p>
          <a:pPr marL="363538" lvl="1" indent="-188913" algn="l" defTabSz="488950">
            <a:lnSpc>
              <a:spcPct val="90000"/>
            </a:lnSpc>
            <a:spcBef>
              <a:spcPct val="0"/>
            </a:spcBef>
            <a:spcAft>
              <a:spcPct val="15000"/>
            </a:spcAft>
            <a:buChar char="••"/>
          </a:pPr>
          <a:r>
            <a:rPr kumimoji="0" lang="en-US" altLang="en-GB" sz="1100" i="0" u="none" strike="noStrike" kern="1200" cap="none" spc="0" normalizeH="0" noProof="0" smtClean="0">
              <a:ln/>
              <a:effectLst/>
              <a:uLnTx/>
              <a:uFillTx/>
              <a:latin typeface="Calibri" panose="020F0502020204030204" pitchFamily="34" charset="0"/>
              <a:cs typeface="Calibri" panose="020F0502020204030204" pitchFamily="34" charset="0"/>
              <a:sym typeface="+mn-ea"/>
            </a:rPr>
            <a:t>Also, RI details from UW transaction header level such as RI_ALLOC_BASIS, RI_ALLOC_CURR, RI_ALLOC_ORDER, RI_PREM_TYPE,  etc.,</a:t>
          </a:r>
          <a:endParaRPr kumimoji="0" lang="en-GB" sz="1100" i="0" u="none" strike="noStrike" kern="1200" cap="none" spc="0" normalizeH="0" noProof="0" dirty="0" smtClean="0">
            <a:ln/>
            <a:effectLst/>
            <a:uLnTx/>
            <a:uFillTx/>
            <a:latin typeface="Calibri" panose="020F0502020204030204" pitchFamily="34" charset="0"/>
            <a:cs typeface="Calibri" panose="020F0502020204030204" pitchFamily="34" charset="0"/>
          </a:endParaRPr>
        </a:p>
        <a:p>
          <a:pPr marL="174625" lvl="1" indent="-174625" algn="l" defTabSz="533400">
            <a:lnSpc>
              <a:spcPct val="90000"/>
            </a:lnSpc>
            <a:spcBef>
              <a:spcPct val="0"/>
            </a:spcBef>
            <a:spcAft>
              <a:spcPct val="15000"/>
            </a:spcAft>
            <a:buChar char="••"/>
          </a:pPr>
          <a:r>
            <a:rPr kumimoji="0" lang="en-GB" sz="1200" b="1" i="0" u="none" strike="noStrike" kern="1200" cap="none" spc="0" normalizeH="0" baseline="0" smtClean="0">
              <a:ln/>
              <a:effectLst/>
              <a:uLnTx/>
              <a:uFillTx/>
              <a:latin typeface="Calibri" panose="020F0502020204030204"/>
            </a:rPr>
            <a:t>To UW Module</a:t>
          </a:r>
          <a:endParaRPr kumimoji="0" lang="en-GB" sz="1200" b="1" i="0" u="none" strike="noStrike" kern="1200" cap="none" spc="0" normalizeH="0" baseline="0" noProof="0" dirty="0" smtClean="0">
            <a:ln/>
            <a:effectLst/>
            <a:uLnTx/>
            <a:uFillTx/>
            <a:latin typeface="Calibri" panose="020F0502020204030204"/>
          </a:endParaRPr>
        </a:p>
        <a:p>
          <a:pPr marL="363538" lvl="1" indent="-188913" algn="l" defTabSz="488950">
            <a:lnSpc>
              <a:spcPct val="90000"/>
            </a:lnSpc>
            <a:spcBef>
              <a:spcPct val="0"/>
            </a:spcBef>
            <a:spcAft>
              <a:spcPct val="15000"/>
            </a:spcAft>
            <a:buChar char="••"/>
          </a:pPr>
          <a:r>
            <a:rPr kumimoji="0" lang="en-US" altLang="en-GB" sz="1100" i="0" u="none" strike="noStrike" kern="1200" cap="none" spc="0" normalizeH="0" noProof="0" smtClean="0">
              <a:ln/>
              <a:effectLst/>
              <a:uLnTx/>
              <a:uFillTx/>
              <a:latin typeface="Calibri" panose="020F0502020204030204" pitchFamily="34" charset="0"/>
              <a:cs typeface="Calibri" panose="020F0502020204030204" pitchFamily="34" charset="0"/>
              <a:sym typeface="+mn-ea"/>
            </a:rPr>
            <a:t>Error log if exists</a:t>
          </a:r>
          <a:endParaRPr kumimoji="0" lang="en-GB" sz="1100" i="0" u="none" strike="noStrike" kern="1200" cap="none" spc="0" normalizeH="0" noProof="0" dirty="0" smtClean="0">
            <a:ln/>
            <a:effectLst/>
            <a:uLnTx/>
            <a:uFillTx/>
            <a:latin typeface="Calibri" panose="020F0502020204030204" pitchFamily="34" charset="0"/>
            <a:cs typeface="Calibri" panose="020F0502020204030204" pitchFamily="34" charset="0"/>
          </a:endParaRPr>
        </a:p>
        <a:p>
          <a:pPr marL="363538" lvl="1" indent="-188913" algn="l" defTabSz="488950">
            <a:lnSpc>
              <a:spcPct val="90000"/>
            </a:lnSpc>
            <a:spcBef>
              <a:spcPct val="0"/>
            </a:spcBef>
            <a:spcAft>
              <a:spcPct val="15000"/>
            </a:spcAft>
            <a:buChar char="••"/>
          </a:pPr>
          <a:r>
            <a:rPr kumimoji="0" lang="en-US" altLang="en-GB" sz="1100" i="0" u="none" strike="noStrike" kern="1200" cap="none" spc="0" normalizeH="0" noProof="0" smtClean="0">
              <a:ln/>
              <a:effectLst/>
              <a:uLnTx/>
              <a:uFillTx/>
              <a:latin typeface="Calibri" panose="020F0502020204030204" pitchFamily="34" charset="0"/>
              <a:cs typeface="Calibri" panose="020F0502020204030204" pitchFamily="34" charset="0"/>
              <a:sym typeface="+mn-ea"/>
            </a:rPr>
            <a:t>RI_Confirmation required trigger if FAC exists</a:t>
          </a:r>
          <a:endParaRPr kumimoji="0" lang="en-US" altLang="en-GB" sz="1100" i="0" u="none" strike="noStrike" kern="1200" cap="none" spc="0" normalizeH="0" noProof="0" dirty="0" smtClean="0">
            <a:ln/>
            <a:effectLst/>
            <a:uLnTx/>
            <a:uFillTx/>
            <a:latin typeface="Calibri" panose="020F0502020204030204" pitchFamily="34" charset="0"/>
            <a:cs typeface="Calibri" panose="020F0502020204030204" pitchFamily="34" charset="0"/>
            <a:sym typeface="+mn-ea"/>
          </a:endParaRPr>
        </a:p>
        <a:p>
          <a:pPr marL="363538" lvl="1" indent="-188913" algn="l" defTabSz="488950">
            <a:lnSpc>
              <a:spcPct val="90000"/>
            </a:lnSpc>
            <a:spcBef>
              <a:spcPct val="0"/>
            </a:spcBef>
            <a:spcAft>
              <a:spcPct val="15000"/>
            </a:spcAft>
            <a:buChar char="••"/>
          </a:pPr>
          <a:r>
            <a:rPr kumimoji="0" lang="en-US" altLang="en-GB" sz="1100" i="0" u="none" strike="noStrike" kern="1200" cap="none" spc="0" normalizeH="0" noProof="0" smtClean="0">
              <a:ln/>
              <a:effectLst/>
              <a:uLnTx/>
              <a:uFillTx/>
              <a:latin typeface="Calibri" panose="020F0502020204030204" pitchFamily="34" charset="0"/>
              <a:cs typeface="Calibri" panose="020F0502020204030204" pitchFamily="34" charset="0"/>
              <a:sym typeface="+mn-ea"/>
            </a:rPr>
            <a:t>For FAC to TTY, prior to allocation capturing of provisional FAC details related warning</a:t>
          </a:r>
          <a:endParaRPr kumimoji="0" lang="en-US" altLang="en-GB" sz="1100" i="0" u="none" strike="noStrike" kern="1200" cap="none" spc="0" normalizeH="0" noProof="0" dirty="0" smtClean="0">
            <a:ln/>
            <a:effectLst/>
            <a:uLnTx/>
            <a:uFillTx/>
            <a:latin typeface="Calibri" panose="020F0502020204030204" pitchFamily="34" charset="0"/>
            <a:cs typeface="Calibri" panose="020F0502020204030204" pitchFamily="34" charset="0"/>
            <a:sym typeface="+mn-ea"/>
          </a:endParaRPr>
        </a:p>
        <a:p>
          <a:pPr marL="363538" lvl="1" indent="-188913" algn="l" defTabSz="488950">
            <a:lnSpc>
              <a:spcPct val="90000"/>
            </a:lnSpc>
            <a:spcBef>
              <a:spcPct val="0"/>
            </a:spcBef>
            <a:spcAft>
              <a:spcPct val="15000"/>
            </a:spcAft>
            <a:buChar char="••"/>
          </a:pPr>
          <a:r>
            <a:rPr kumimoji="0" lang="en-US" altLang="en-GB" sz="1100" i="0" u="none" strike="noStrike" kern="1200" cap="none" spc="0" normalizeH="0" noProof="0" smtClean="0">
              <a:ln/>
              <a:effectLst/>
              <a:uLnTx/>
              <a:uFillTx/>
              <a:latin typeface="Calibri" panose="020F0502020204030204" pitchFamily="34" charset="0"/>
              <a:cs typeface="Calibri" panose="020F0502020204030204" pitchFamily="34" charset="0"/>
              <a:sym typeface="+mn-ea"/>
            </a:rPr>
            <a:t>RA related message (if exceeds the retention limit define in RA group setup)</a:t>
          </a:r>
          <a:endParaRPr kumimoji="0" lang="en-GB" sz="1100" i="0" u="none" strike="noStrike" kern="1200" cap="none" spc="0" normalizeH="0" noProof="0" dirty="0" smtClean="0">
            <a:ln/>
            <a:effectLst/>
            <a:uLnTx/>
            <a:uFillTx/>
            <a:latin typeface="Calibri" panose="020F0502020204030204" pitchFamily="34" charset="0"/>
            <a:cs typeface="Calibri" panose="020F0502020204030204" pitchFamily="34" charset="0"/>
          </a:endParaRPr>
        </a:p>
      </dsp:txBody>
      <dsp:txXfrm>
        <a:off x="3526319" y="164617"/>
        <a:ext cx="2042665" cy="5607411"/>
      </dsp:txXfrm>
    </dsp:sp>
    <dsp:sp modelId="{5E091B75-1623-46D7-A9A7-ADF19C5D4468}">
      <dsp:nvSpPr>
        <dsp:cNvPr id="0" name=""/>
        <dsp:cNvSpPr/>
      </dsp:nvSpPr>
      <dsp:spPr>
        <a:xfrm>
          <a:off x="2768041" y="118119"/>
          <a:ext cx="820173" cy="820173"/>
        </a:xfrm>
        <a:prstGeom prst="rect">
          <a:avLst/>
        </a:prstGeom>
        <a:solidFill>
          <a:schemeClr val="accent3">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872EBA5-FC2A-4170-B3E8-AB7FB0F49870}">
      <dsp:nvSpPr>
        <dsp:cNvPr id="0" name=""/>
        <dsp:cNvSpPr/>
      </dsp:nvSpPr>
      <dsp:spPr>
        <a:xfrm rot="16200000">
          <a:off x="3892971" y="2763279"/>
          <a:ext cx="4604542" cy="4100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61674" bIns="0" numCol="1" spcCol="1270" anchor="t" anchorCtr="0">
          <a:noAutofit/>
        </a:bodyPr>
        <a:lstStyle/>
        <a:p>
          <a:pPr lvl="0" algn="r" defTabSz="1066800">
            <a:lnSpc>
              <a:spcPct val="90000"/>
            </a:lnSpc>
            <a:spcBef>
              <a:spcPct val="0"/>
            </a:spcBef>
            <a:spcAft>
              <a:spcPct val="35000"/>
            </a:spcAft>
          </a:pPr>
          <a:r>
            <a:rPr lang="en-GB" sz="2400" b="1" kern="1200" smtClean="0">
              <a:latin typeface="Calibri" panose="020F0502020204030204"/>
            </a:rPr>
            <a:t>Details Required From/To Claims</a:t>
          </a:r>
          <a:endParaRPr lang="en-IN" sz="2400" kern="1200" dirty="0"/>
        </a:p>
      </dsp:txBody>
      <dsp:txXfrm>
        <a:off x="3892971" y="2763279"/>
        <a:ext cx="4604542" cy="410086"/>
      </dsp:txXfrm>
    </dsp:sp>
    <dsp:sp modelId="{F4A34F21-4900-4014-8A97-8C2F2B2ECA38}">
      <dsp:nvSpPr>
        <dsp:cNvPr id="0" name=""/>
        <dsp:cNvSpPr/>
      </dsp:nvSpPr>
      <dsp:spPr>
        <a:xfrm>
          <a:off x="6400285" y="158125"/>
          <a:ext cx="2042665" cy="5620396"/>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361674" rIns="85344" bIns="85344" numCol="1" spcCol="1270" anchor="t" anchorCtr="0">
          <a:noAutofit/>
        </a:bodyPr>
        <a:lstStyle/>
        <a:p>
          <a:pPr marL="174625" lvl="1" indent="-174625" algn="l" defTabSz="533400">
            <a:lnSpc>
              <a:spcPct val="90000"/>
            </a:lnSpc>
            <a:spcBef>
              <a:spcPct val="0"/>
            </a:spcBef>
            <a:spcAft>
              <a:spcPct val="15000"/>
            </a:spcAft>
            <a:buChar char="••"/>
          </a:pPr>
          <a:r>
            <a:rPr kumimoji="0" lang="en-GB" sz="1200" b="1" i="0" u="none" strike="noStrike" kern="1200" cap="none" spc="0" normalizeH="0" baseline="0" noProof="0" smtClean="0">
              <a:ln/>
              <a:effectLst/>
              <a:uLnTx/>
              <a:uFillTx/>
              <a:latin typeface="Calibri" panose="020F0502020204030204"/>
            </a:rPr>
            <a:t>From </a:t>
          </a:r>
          <a:r>
            <a:rPr kumimoji="0" lang="en-US" altLang="en-GB" sz="1200" b="1" i="0" u="none" strike="noStrike" kern="1200" cap="none" spc="0" normalizeH="0" baseline="0" noProof="0" smtClean="0">
              <a:ln/>
              <a:effectLst/>
              <a:uLnTx/>
              <a:uFillTx/>
              <a:latin typeface="Calibri" panose="020F0502020204030204"/>
            </a:rPr>
            <a:t>Claims</a:t>
          </a:r>
          <a:r>
            <a:rPr kumimoji="0" lang="en-GB" sz="1200" b="1" i="0" u="none" strike="noStrike" kern="1200" cap="none" spc="0" normalizeH="0" baseline="0" noProof="0" smtClean="0">
              <a:ln/>
              <a:effectLst/>
              <a:uLnTx/>
              <a:uFillTx/>
              <a:latin typeface="Calibri" panose="020F0502020204030204"/>
            </a:rPr>
            <a:t> Module</a:t>
          </a:r>
          <a:endParaRPr kumimoji="0" lang="en-IN" sz="1200" b="1" i="0" u="none" strike="noStrike" kern="1200" cap="none" spc="0" normalizeH="0" baseline="0" dirty="0">
            <a:ln/>
            <a:effectLst/>
            <a:uLnTx/>
            <a:uFillTx/>
            <a:latin typeface="Calibri" panose="020F0502020204030204"/>
          </a:endParaRPr>
        </a:p>
        <a:p>
          <a:pPr marL="363538" lvl="1" indent="-188913" algn="l" defTabSz="488950">
            <a:lnSpc>
              <a:spcPct val="90000"/>
            </a:lnSpc>
            <a:spcBef>
              <a:spcPct val="0"/>
            </a:spcBef>
            <a:spcAft>
              <a:spcPct val="15000"/>
            </a:spcAft>
            <a:buChar char="••"/>
          </a:pPr>
          <a:r>
            <a:rPr kumimoji="0" lang="en-US" altLang="en-GB" sz="1100" i="0" u="none" strike="noStrike" kern="1200" cap="none" spc="0" normalizeH="0" noProof="0" smtClean="0">
              <a:ln/>
              <a:effectLst/>
              <a:uLnTx/>
              <a:uFillTx/>
              <a:latin typeface="Calibri" panose="020F0502020204030204" pitchFamily="34" charset="0"/>
              <a:cs typeface="Calibri" panose="020F0502020204030204" pitchFamily="34" charset="0"/>
              <a:sym typeface="+mn-ea"/>
            </a:rPr>
            <a:t>Transaction details from Claims estimate &amp; Payments such as claim no, loss date, intimation date, estimate type, estimate code, amount, etc., </a:t>
          </a:r>
          <a:endParaRPr kumimoji="0" lang="en-IN" sz="1100" i="0" u="none" strike="noStrike" kern="1200" cap="none" spc="0" normalizeH="0" dirty="0">
            <a:ln/>
            <a:effectLst/>
            <a:uLnTx/>
            <a:uFillTx/>
            <a:latin typeface="Calibri" panose="020F0502020204030204" pitchFamily="34" charset="0"/>
            <a:cs typeface="Calibri" panose="020F0502020204030204" pitchFamily="34" charset="0"/>
          </a:endParaRPr>
        </a:p>
        <a:p>
          <a:pPr marL="174625" lvl="1" indent="-174625" algn="l" defTabSz="533400">
            <a:lnSpc>
              <a:spcPct val="90000"/>
            </a:lnSpc>
            <a:spcBef>
              <a:spcPct val="0"/>
            </a:spcBef>
            <a:spcAft>
              <a:spcPct val="15000"/>
            </a:spcAft>
            <a:buChar char="••"/>
          </a:pPr>
          <a:r>
            <a:rPr kumimoji="0" lang="en-GB" sz="1200" b="1" i="0" u="none" strike="noStrike" kern="1200" cap="none" spc="0" normalizeH="0" baseline="0" smtClean="0">
              <a:ln/>
              <a:effectLst/>
              <a:uLnTx/>
              <a:uFillTx/>
              <a:latin typeface="Calibri" panose="020F0502020204030204"/>
            </a:rPr>
            <a:t>To Claims Module</a:t>
          </a:r>
          <a:endParaRPr kumimoji="0" lang="en-IN" sz="1200" b="1" i="0" u="none" strike="noStrike" kern="1200" cap="none" spc="0" normalizeH="0" baseline="0" dirty="0">
            <a:ln/>
            <a:effectLst/>
            <a:uLnTx/>
            <a:uFillTx/>
            <a:latin typeface="Calibri" panose="020F0502020204030204"/>
          </a:endParaRPr>
        </a:p>
        <a:p>
          <a:pPr marL="363538" lvl="1" indent="-188913" algn="l" defTabSz="488950">
            <a:lnSpc>
              <a:spcPct val="90000"/>
            </a:lnSpc>
            <a:spcBef>
              <a:spcPct val="0"/>
            </a:spcBef>
            <a:spcAft>
              <a:spcPct val="15000"/>
            </a:spcAft>
            <a:buChar char="••"/>
          </a:pPr>
          <a:r>
            <a:rPr kumimoji="0" lang="en-US" altLang="en-GB" sz="1100" i="0" u="none" strike="noStrike" kern="1200" cap="none" spc="0" normalizeH="0" noProof="0" smtClean="0">
              <a:ln/>
              <a:effectLst/>
              <a:uLnTx/>
              <a:uFillTx/>
              <a:latin typeface="Calibri" panose="020F0502020204030204" pitchFamily="34" charset="0"/>
              <a:cs typeface="Calibri" panose="020F0502020204030204" pitchFamily="34" charset="0"/>
              <a:sym typeface="+mn-ea"/>
            </a:rPr>
            <a:t>Error log if exists</a:t>
          </a:r>
          <a:endParaRPr kumimoji="0" lang="en-IN" sz="1100" i="0" u="none" strike="noStrike" kern="1200" cap="none" spc="0" normalizeH="0" dirty="0">
            <a:ln/>
            <a:effectLst/>
            <a:uLnTx/>
            <a:uFillTx/>
            <a:latin typeface="Calibri" panose="020F0502020204030204" pitchFamily="34" charset="0"/>
            <a:cs typeface="Calibri" panose="020F0502020204030204" pitchFamily="34" charset="0"/>
          </a:endParaRPr>
        </a:p>
        <a:p>
          <a:pPr marL="363538" lvl="1" indent="-188913" algn="l" defTabSz="488950">
            <a:lnSpc>
              <a:spcPct val="90000"/>
            </a:lnSpc>
            <a:spcBef>
              <a:spcPct val="0"/>
            </a:spcBef>
            <a:spcAft>
              <a:spcPct val="15000"/>
            </a:spcAft>
            <a:buChar char="••"/>
          </a:pPr>
          <a:r>
            <a:rPr kumimoji="0" lang="en-US" altLang="en-GB" sz="1100" i="0" u="none" strike="noStrike" kern="1200" cap="none" spc="0" normalizeH="0" noProof="0" smtClean="0">
              <a:ln/>
              <a:effectLst/>
              <a:uLnTx/>
              <a:uFillTx/>
              <a:latin typeface="Calibri" panose="020F0502020204030204" pitchFamily="34" charset="0"/>
              <a:cs typeface="Calibri" panose="020F0502020204030204" pitchFamily="34" charset="0"/>
              <a:sym typeface="+mn-ea"/>
            </a:rPr>
            <a:t>Allocation status </a:t>
          </a:r>
          <a:endParaRPr kumimoji="0" lang="en-US" altLang="en-GB" sz="1100" i="0" u="none" strike="noStrike" kern="1200" cap="none" spc="0" normalizeH="0" noProof="0" dirty="0" smtClean="0">
            <a:ln/>
            <a:effectLst/>
            <a:uLnTx/>
            <a:uFillTx/>
            <a:latin typeface="Calibri" panose="020F0502020204030204" pitchFamily="34" charset="0"/>
            <a:cs typeface="Calibri" panose="020F0502020204030204" pitchFamily="34" charset="0"/>
            <a:sym typeface="+mn-ea"/>
          </a:endParaRPr>
        </a:p>
        <a:p>
          <a:pPr marL="363538" lvl="1" indent="-188913" algn="l" defTabSz="488950">
            <a:lnSpc>
              <a:spcPct val="90000"/>
            </a:lnSpc>
            <a:spcBef>
              <a:spcPct val="0"/>
            </a:spcBef>
            <a:spcAft>
              <a:spcPct val="15000"/>
            </a:spcAft>
            <a:buChar char="••"/>
          </a:pPr>
          <a:r>
            <a:rPr kumimoji="0" lang="en-US" altLang="en-GB" sz="1100" i="0" u="none" strike="noStrike" kern="1200" cap="none" spc="0" normalizeH="0" noProof="0" smtClean="0">
              <a:ln/>
              <a:effectLst/>
              <a:uLnTx/>
              <a:uFillTx/>
              <a:latin typeface="Calibri" panose="020F0502020204030204" pitchFamily="34" charset="0"/>
              <a:cs typeface="Calibri" panose="020F0502020204030204" pitchFamily="34" charset="0"/>
              <a:sym typeface="+mn-ea"/>
            </a:rPr>
            <a:t>FAC Participant details (for mail triggering from claims to FAC participants)</a:t>
          </a:r>
          <a:endParaRPr kumimoji="0" lang="en-GB" sz="1100" i="0" u="none" strike="noStrike" kern="1200" cap="none" spc="0" normalizeH="0" dirty="0">
            <a:ln/>
            <a:effectLst/>
            <a:uLnTx/>
            <a:uFillTx/>
            <a:latin typeface="Calibri" panose="020F0502020204030204" pitchFamily="34" charset="0"/>
            <a:cs typeface="Calibri" panose="020F0502020204030204" pitchFamily="34" charset="0"/>
          </a:endParaRPr>
        </a:p>
      </dsp:txBody>
      <dsp:txXfrm>
        <a:off x="6400285" y="158125"/>
        <a:ext cx="2042665" cy="5620396"/>
      </dsp:txXfrm>
    </dsp:sp>
    <dsp:sp modelId="{ECB40369-D4D2-4E82-B1F8-FEA85345314D}">
      <dsp:nvSpPr>
        <dsp:cNvPr id="0" name=""/>
        <dsp:cNvSpPr/>
      </dsp:nvSpPr>
      <dsp:spPr>
        <a:xfrm>
          <a:off x="5640477" y="124737"/>
          <a:ext cx="820173" cy="820173"/>
        </a:xfrm>
        <a:prstGeom prst="rect">
          <a:avLst/>
        </a:prstGeom>
        <a:solidFill>
          <a:schemeClr val="accent4">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List2">
  <dgm:title val=""/>
  <dgm:desc val=""/>
  <dgm:catLst>
    <dgm:cat type="list" pri="6000"/>
    <dgm:cat type="relationship" pri="16000"/>
    <dgm:cat type="picture" pri="29000"/>
    <dgm:cat type="pictureconvert" pri="2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dgm:varLst>
    <dgm:choose name="Name0">
      <dgm:if name="Name1" func="var" arg="dir" op="equ" val="norm">
        <dgm:alg type="lin">
          <dgm:param type="linDir" val="fromL"/>
          <dgm:param type="nodeVertAlign" val="t"/>
        </dgm:alg>
      </dgm:if>
      <dgm:else name="Name2">
        <dgm:alg type="lin">
          <dgm:param type="linDir" val="fromR"/>
          <dgm:param type="nodeVertAlign" val="t"/>
        </dgm:alg>
      </dgm:else>
    </dgm:choose>
    <dgm:shape xmlns:r="http://schemas.openxmlformats.org/officeDocument/2006/relationships" r:blip="">
      <dgm:adjLst/>
    </dgm:shape>
    <dgm:presOf/>
    <dgm:constrLst>
      <dgm:constr type="w" for="ch" forName="compositeNode" refType="w"/>
      <dgm:constr type="h" for="ch" forName="compositeNode" refType="h"/>
      <dgm:constr type="w" for="ch" forName="sibTrans" refType="w" refFor="ch" refForName="compositeNode" op="equ" fact="0.2"/>
      <dgm:constr type="h" for="des" forName="childNode" op="equ"/>
      <dgm:constr type="w" for="des" forName="childNode" op="equ"/>
      <dgm:constr type="w" for="des" forName="parentNode" op="equ"/>
      <dgm:constr type="h" for="des" forName="image" op="equ"/>
      <dgm:constr type="w" for="des" forName="image" op="equ"/>
      <dgm:constr type="primFontSz" for="des" forName="parentNode" op="equ" val="65"/>
      <dgm:constr type="primFontSz" for="des" forName="childNode" op="equ" val="65"/>
    </dgm:constrLst>
    <dgm:ruleLst/>
    <dgm:forEach name="Name3" axis="ch" ptType="node">
      <dgm:layoutNode name="compositeNode">
        <dgm:varLst>
          <dgm:bulletEnabled val="1"/>
        </dgm:varLst>
        <dgm:alg type="composite"/>
        <dgm:presOf/>
        <dgm:choose name="Name4">
          <dgm:if name="Name5" func="var" arg="dir" op="equ" val="norm">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l" for="ch" forName="image"/>
              <dgm:constr type="w" for="ch" forName="childNode" refType="w" fact="0.85"/>
              <dgm:constr type="h" for="ch" forName="childNode" refType="h" fact="0.78"/>
              <dgm:constr type="t" for="ch" forName="childNode" refType="h" refFor="ch" refForName="image" fact="0.66"/>
              <dgm:constr type="l"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l" for="ch" forName="parentNode"/>
              <dgm:constr type="r" for="ch" forName="parentNode" refType="l" refFor="ch" refForName="childNode"/>
              <dgm:constr type="rMarg" for="ch" forName="parentNode" refType="w" refFor="ch" refForName="image" fact="1.25"/>
            </dgm:constrLst>
          </dgm:if>
          <dgm:else name="Name6">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r" for="ch" forName="image" refType="w"/>
              <dgm:constr type="w" for="ch" forName="childNode" refType="w" fact="0.85"/>
              <dgm:constr type="h" for="ch" forName="childNode" refType="h" fact="0.78"/>
              <dgm:constr type="t" for="ch" forName="childNode" refType="h" refFor="ch" refForName="image" fact="0.66"/>
              <dgm:constr type="r" for="ch" forName="childNode" refType="w"/>
              <dgm:constr type="rOff"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r" for="ch" forName="parentNode" refType="w"/>
              <dgm:constr type="l" for="ch" forName="parentNode" refType="r" refFor="ch" refForName="childNode"/>
              <dgm:constr type="lOff" for="ch" forName="parentNode" refType="rOff" refFor="ch" refForName="childNode"/>
              <dgm:constr type="lMarg" for="ch" forName="parentNode" refType="w" refFor="ch" refForName="image" fact="1.25"/>
            </dgm:constrLst>
          </dgm:else>
        </dgm:choose>
        <dgm:ruleLst>
          <dgm:rule type="w" for="ch" forName="childNode" val="NaN" fact="0.4" max="NaN"/>
          <dgm:rule type="h" for="ch" forName="childNode" val="NaN" fact="0.5" max="NaN"/>
        </dgm:ruleLst>
        <dgm:layoutNode name="image" styleLbl="fgImgPlace1">
          <dgm:alg type="sp"/>
          <dgm:shape xmlns:r="http://schemas.openxmlformats.org/officeDocument/2006/relationships" type="rect" r:blip="" zOrderOff="4" blipPhldr="1">
            <dgm:adjLst/>
          </dgm:shape>
          <dgm:presOf/>
          <dgm:constrLst/>
          <dgm:ruleLst/>
        </dgm:layoutNode>
        <dgm:layoutNode name="childNode" styleLbl="node1">
          <dgm:varLst>
            <dgm:bulletEnabled val="1"/>
          </dgm:varLst>
          <dgm:alg type="tx">
            <dgm:param type="stBulletLvl" val="1"/>
          </dgm:alg>
          <dgm:shape xmlns:r="http://schemas.openxmlformats.org/officeDocument/2006/relationships" type="rect" r:blip="" zOrderOff="2">
            <dgm:adjLst/>
          </dgm:shape>
          <dgm:presOf axis="des" ptType="node"/>
          <dgm:constrLst/>
          <dgm:ruleLst>
            <dgm:rule type="primFontSz" val="5" fact="NaN" max="NaN"/>
          </dgm:ruleLst>
        </dgm:layoutNode>
        <dgm:layoutNode name="parentNode" styleLbl="revTx">
          <dgm:varLst>
            <dgm:chMax val="0"/>
            <dgm:bulletEnabled val="1"/>
          </dgm:varLst>
          <dgm:choose name="Name7">
            <dgm:if name="Name8" func="var" arg="dir" op="equ" val="norm">
              <dgm:alg type="tx">
                <dgm:param type="autoTxRot" val="grav"/>
                <dgm:param type="parTxLTRAlign" val="r"/>
                <dgm:param type="parTxRTLAlign" val="r"/>
                <dgm:param type="txAnchorVert" val="t"/>
              </dgm:alg>
              <dgm:shape xmlns:r="http://schemas.openxmlformats.org/officeDocument/2006/relationships" type="rect" r:blip="" rot="270">
                <dgm:adjLst/>
              </dgm:shape>
              <dgm:presOf axis="self"/>
              <dgm:constrLst>
                <dgm:constr type="lMarg"/>
                <dgm:constr type="bMarg"/>
                <dgm:constr type="tMarg"/>
              </dgm:constrLst>
            </dgm:if>
            <dgm:else name="Name9">
              <dgm:alg type="tx">
                <dgm:param type="autoTxRot" val="grav"/>
                <dgm:param type="parTxLTRAlign" val="l"/>
                <dgm:param type="parTxRTLAlign" val="l"/>
              </dgm:alg>
              <dgm:shape xmlns:r="http://schemas.openxmlformats.org/officeDocument/2006/relationships" type="rect" r:blip="" rot="90">
                <dgm:adjLst/>
              </dgm:shape>
              <dgm:presOf axis="self"/>
              <dgm:constrLst>
                <dgm:constr type="rMarg"/>
                <dgm:constr type="bMarg"/>
                <dgm:constr type="tMarg"/>
              </dgm:constrLst>
            </dgm:else>
          </dgm:choose>
          <dgm:ruleLst>
            <dgm:rule type="primFontSz" val="5" fact="NaN" max="NaN"/>
          </dgm:ruleLst>
        </dgm:layoutNode>
      </dgm:layoutNode>
      <dgm:forEach name="Name10"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F249C28-6CF7-41A6-9D20-7187DC5F770A}" type="datetimeFigureOut">
              <a:rPr lang="en-IN" smtClean="0"/>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4B24368-4C4F-41FF-91DA-1F65F9BB57C2}" type="slidenum">
              <a:rPr lang="en-IN" smtClean="0"/>
            </a:fld>
            <a:endParaRPr lang="en-IN"/>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690083-0107-403A-96CF-03EA0999C42F}"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9E0A6D-C508-497E-90F2-7F1266571546}" type="slidenum">
              <a:rPr lang="en-IN" smtClean="0"/>
            </a:fld>
            <a:endParaRPr lang="en-IN"/>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microsoft.com/office/2007/relationships/hdphoto" Target="../media/image7.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Title Slide_white background">
    <p:spTree>
      <p:nvGrpSpPr>
        <p:cNvPr id="1" name=""/>
        <p:cNvGrpSpPr/>
        <p:nvPr/>
      </p:nvGrpSpPr>
      <p:grpSpPr>
        <a:xfrm>
          <a:off x="0" y="0"/>
          <a:ext cx="0" cy="0"/>
          <a:chOff x="0" y="0"/>
          <a:chExt cx="0" cy="0"/>
        </a:xfrm>
      </p:grpSpPr>
      <p:pic>
        <p:nvPicPr>
          <p:cNvPr id="14" name="Picture 13"/>
          <p:cNvPicPr>
            <a:picLocks noChangeAspect="1"/>
          </p:cNvPicPr>
          <p:nvPr userDrawn="1"/>
        </p:nvPicPr>
        <p:blipFill rotWithShape="1">
          <a:blip r:embed="rId2" cstate="screen"/>
          <a:srcRect l="14460" t="28533"/>
          <a:stretch>
            <a:fillRect/>
          </a:stretch>
        </p:blipFill>
        <p:spPr>
          <a:xfrm>
            <a:off x="0" y="1397590"/>
            <a:ext cx="12192000" cy="5246914"/>
          </a:xfrm>
          <a:prstGeom prst="rect">
            <a:avLst/>
          </a:prstGeom>
        </p:spPr>
      </p:pic>
      <p:sp>
        <p:nvSpPr>
          <p:cNvPr id="6" name="Rectangle 5"/>
          <p:cNvSpPr/>
          <p:nvPr userDrawn="1"/>
        </p:nvSpPr>
        <p:spPr>
          <a:xfrm>
            <a:off x="0" y="6654866"/>
            <a:ext cx="12192000" cy="203134"/>
          </a:xfrm>
          <a:prstGeom prst="rect">
            <a:avLst/>
          </a:prstGeom>
          <a:solidFill>
            <a:srgbClr val="D74E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p:cNvSpPr txBox="1"/>
          <p:nvPr userDrawn="1"/>
        </p:nvSpPr>
        <p:spPr>
          <a:xfrm>
            <a:off x="0" y="6663619"/>
            <a:ext cx="5298281" cy="203133"/>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Font typeface="Arial" panose="020B0604020202020204"/>
              <a:buNone/>
            </a:pPr>
            <a:r>
              <a:rPr lang="en-US" sz="800" dirty="0" err="1">
                <a:solidFill>
                  <a:srgbClr val="FFFFFF"/>
                </a:solidFill>
                <a:latin typeface="Segoe UI" panose="020B0502040204020203" pitchFamily="34" charset="0"/>
                <a:ea typeface="Helvetica" charset="0"/>
                <a:cs typeface="Segoe UI" panose="020B0502040204020203" pitchFamily="34" charset="0"/>
              </a:rPr>
              <a:t>Azentio.com</a:t>
            </a:r>
            <a:r>
              <a:rPr lang="en-US" sz="800" dirty="0">
                <a:solidFill>
                  <a:srgbClr val="FFFFFF"/>
                </a:solidFill>
                <a:latin typeface="Segoe UI" panose="020B0502040204020203" pitchFamily="34" charset="0"/>
                <a:ea typeface="Helvetica" charset="0"/>
                <a:cs typeface="Segoe UI" panose="020B0502040204020203" pitchFamily="34" charset="0"/>
              </a:rPr>
              <a:t> | All rights reserved. This document is proprietary and confidential.</a:t>
            </a:r>
            <a:endParaRPr lang="en-US" sz="800" dirty="0">
              <a:solidFill>
                <a:srgbClr val="FFFFFF"/>
              </a:solidFill>
              <a:latin typeface="Segoe UI" panose="020B0502040204020203" pitchFamily="34" charset="0"/>
              <a:ea typeface="Helvetica" charset="0"/>
              <a:cs typeface="Segoe UI" panose="020B0502040204020203" pitchFamily="34" charset="0"/>
            </a:endParaRPr>
          </a:p>
        </p:txBody>
      </p:sp>
      <p:sp>
        <p:nvSpPr>
          <p:cNvPr id="10" name="Slide Number Placeholder 5"/>
          <p:cNvSpPr txBox="1"/>
          <p:nvPr userDrawn="1"/>
        </p:nvSpPr>
        <p:spPr>
          <a:xfrm>
            <a:off x="11556648" y="6608673"/>
            <a:ext cx="389335" cy="268956"/>
          </a:xfrm>
          <a:prstGeom prst="rect">
            <a:avLst/>
          </a:prstGeom>
          <a:ln>
            <a:noFill/>
          </a:ln>
        </p:spPr>
        <p:txBody>
          <a:bodyPr anchor="ctr"/>
          <a:lstStyle>
            <a:defPPr>
              <a:defRPr lang="en-US"/>
            </a:defPPr>
            <a:lvl1pPr marL="0" algn="r" defTabSz="914400" rtl="0" eaLnBrk="1" latinLnBrk="0" hangingPunct="1">
              <a:defRPr sz="1080" b="0" i="0" kern="1200">
                <a:solidFill>
                  <a:schemeClr val="accent4">
                    <a:lumMod val="75000"/>
                  </a:schemeClr>
                </a:solidFill>
                <a:latin typeface="Helvetica" charset="0"/>
                <a:ea typeface="Roboto Light" charset="0"/>
                <a:cs typeface="Helvetic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936C95AE-7298-45E1-9514-94AFF5BED89B}" type="slidenum">
              <a:rPr lang="en-US" sz="800" b="0" i="0" kern="1200" smtClean="0">
                <a:solidFill>
                  <a:srgbClr val="FFFFFF"/>
                </a:solidFill>
                <a:latin typeface="Calibri" panose="020F0502020204030204" pitchFamily="34" charset="0"/>
                <a:ea typeface="Helvetica Neue Thin" panose="020B0403020202020204" pitchFamily="34" charset="0"/>
                <a:cs typeface="Calibri" panose="020F0502020204030204" pitchFamily="34" charset="0"/>
              </a:rPr>
            </a:fld>
            <a:endParaRPr lang="en-US" sz="800" b="0" i="0" kern="1200" dirty="0">
              <a:solidFill>
                <a:srgbClr val="FFFFFF"/>
              </a:solidFill>
              <a:latin typeface="Calibri" panose="020F0502020204030204" pitchFamily="34" charset="0"/>
              <a:ea typeface="Helvetica Neue Thin" panose="020B0403020202020204" pitchFamily="34" charset="0"/>
              <a:cs typeface="Calibri" panose="020F0502020204030204" pitchFamily="34" charset="0"/>
            </a:endParaRPr>
          </a:p>
        </p:txBody>
      </p:sp>
      <p:pic>
        <p:nvPicPr>
          <p:cNvPr id="11" name="Picture 10"/>
          <p:cNvPicPr>
            <a:picLocks noChangeAspect="1"/>
          </p:cNvPicPr>
          <p:nvPr userDrawn="1"/>
        </p:nvPicPr>
        <p:blipFill rotWithShape="1">
          <a:blip r:embed="rId2" cstate="screen"/>
          <a:srcRect l="14460" t="28533"/>
          <a:stretch>
            <a:fillRect/>
          </a:stretch>
        </p:blipFill>
        <p:spPr>
          <a:xfrm>
            <a:off x="0" y="1397590"/>
            <a:ext cx="12192000" cy="5246914"/>
          </a:xfrm>
          <a:prstGeom prst="rect">
            <a:avLst/>
          </a:prstGeom>
        </p:spPr>
      </p:pic>
      <p:pic>
        <p:nvPicPr>
          <p:cNvPr id="15" name="Picture 14"/>
          <p:cNvPicPr>
            <a:picLocks noChangeAspect="1"/>
          </p:cNvPicPr>
          <p:nvPr userDrawn="1"/>
        </p:nvPicPr>
        <p:blipFill>
          <a:blip r:embed="rId3" cstate="print"/>
          <a:stretch>
            <a:fillRect/>
          </a:stretch>
        </p:blipFill>
        <p:spPr>
          <a:xfrm>
            <a:off x="609600" y="1052419"/>
            <a:ext cx="2629435" cy="348465"/>
          </a:xfrm>
          <a:prstGeom prst="rect">
            <a:avLst/>
          </a:prstGeom>
        </p:spPr>
      </p:pic>
      <p:sp>
        <p:nvSpPr>
          <p:cNvPr id="16" name="Title 1"/>
          <p:cNvSpPr>
            <a:spLocks noGrp="1"/>
          </p:cNvSpPr>
          <p:nvPr>
            <p:ph type="ctrTitle" hasCustomPrompt="1"/>
          </p:nvPr>
        </p:nvSpPr>
        <p:spPr>
          <a:xfrm>
            <a:off x="609600" y="1634796"/>
            <a:ext cx="9144000" cy="1490507"/>
          </a:xfrm>
        </p:spPr>
        <p:txBody>
          <a:bodyPr anchor="b">
            <a:normAutofit/>
          </a:bodyPr>
          <a:lstStyle>
            <a:lvl1pPr algn="l">
              <a:defRPr sz="3200" b="1" i="0" spc="150" baseline="0">
                <a:solidFill>
                  <a:srgbClr val="003399"/>
                </a:solidFill>
                <a:latin typeface="Segoe UI Bold" panose="020B0802040204020203" pitchFamily="34" charset="0"/>
                <a:cs typeface="Segoe UI Bold" panose="020B0802040204020203" pitchFamily="34" charset="0"/>
              </a:defRPr>
            </a:lvl1pPr>
          </a:lstStyle>
          <a:p>
            <a:r>
              <a:rPr lang="en-US" dirty="0"/>
              <a:t>Title Slide 32pt Segoe UI Bold</a:t>
            </a:r>
            <a:endParaRPr lang="en-IN" dirty="0"/>
          </a:p>
        </p:txBody>
      </p:sp>
      <p:sp>
        <p:nvSpPr>
          <p:cNvPr id="17" name="Subtitle 2"/>
          <p:cNvSpPr>
            <a:spLocks noGrp="1"/>
          </p:cNvSpPr>
          <p:nvPr>
            <p:ph type="subTitle" idx="1" hasCustomPrompt="1"/>
          </p:nvPr>
        </p:nvSpPr>
        <p:spPr>
          <a:xfrm>
            <a:off x="609600" y="3202600"/>
            <a:ext cx="9143999" cy="563341"/>
          </a:xfrm>
        </p:spPr>
        <p:txBody>
          <a:bodyPr anchor="ctr">
            <a:normAutofit/>
          </a:bodyPr>
          <a:lstStyle>
            <a:lvl1pPr marL="0" indent="0" algn="l">
              <a:buNone/>
              <a:defRPr sz="2200" b="1" i="0" spc="100" baseline="0">
                <a:solidFill>
                  <a:srgbClr val="003399"/>
                </a:solidFill>
                <a:latin typeface="Segoe UI Semibold" panose="020B0702040204020203" pitchFamily="34" charset="0"/>
                <a:cs typeface="Segoe UI Semibold" panose="020B07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 headline 22pt in Segoe UI Semi Bold</a:t>
            </a:r>
            <a:endParaRPr lang="en-IN" dirty="0"/>
          </a:p>
        </p:txBody>
      </p:sp>
      <p:sp>
        <p:nvSpPr>
          <p:cNvPr id="18" name="Text Placeholder 7"/>
          <p:cNvSpPr>
            <a:spLocks noGrp="1"/>
          </p:cNvSpPr>
          <p:nvPr>
            <p:ph type="body" sz="quarter" idx="13" hasCustomPrompt="1"/>
          </p:nvPr>
        </p:nvSpPr>
        <p:spPr>
          <a:xfrm>
            <a:off x="609600" y="3843238"/>
            <a:ext cx="4170947" cy="495300"/>
          </a:xfrm>
        </p:spPr>
        <p:txBody>
          <a:bodyPr anchor="ctr">
            <a:noAutofit/>
          </a:bodyPr>
          <a:lstStyle>
            <a:lvl1pPr marL="0" indent="0" algn="l">
              <a:buNone/>
              <a:defRPr sz="1800" b="0" i="0">
                <a:solidFill>
                  <a:srgbClr val="003399"/>
                </a:solidFill>
                <a:latin typeface="Segoe UI" panose="020B0502040204020203" pitchFamily="34" charset="0"/>
                <a:cs typeface="Segoe UI" panose="020B0502040204020203" pitchFamily="34" charset="0"/>
              </a:defRPr>
            </a:lvl1pPr>
          </a:lstStyle>
          <a:p>
            <a:pPr lvl="0"/>
            <a:r>
              <a:rPr lang="en-US" dirty="0"/>
              <a:t>Date: 18pt Segoe UI</a:t>
            </a:r>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_Title Slide_white background">
    <p:bg>
      <p:bgPr>
        <a:solidFill>
          <a:srgbClr val="003399"/>
        </a:solidFill>
        <a:effectLst/>
      </p:bgPr>
    </p:bg>
    <p:spTree>
      <p:nvGrpSpPr>
        <p:cNvPr id="1" name=""/>
        <p:cNvGrpSpPr/>
        <p:nvPr/>
      </p:nvGrpSpPr>
      <p:grpSpPr>
        <a:xfrm>
          <a:off x="0" y="0"/>
          <a:ext cx="0" cy="0"/>
          <a:chOff x="0" y="0"/>
          <a:chExt cx="0" cy="0"/>
        </a:xfrm>
      </p:grpSpPr>
      <p:sp>
        <p:nvSpPr>
          <p:cNvPr id="13" name="Rectangle 12"/>
          <p:cNvSpPr/>
          <p:nvPr userDrawn="1"/>
        </p:nvSpPr>
        <p:spPr>
          <a:xfrm>
            <a:off x="0" y="6654866"/>
            <a:ext cx="12192000" cy="203134"/>
          </a:xfrm>
          <a:prstGeom prst="rect">
            <a:avLst/>
          </a:prstGeom>
          <a:solidFill>
            <a:srgbClr val="00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lide Number Placeholder 5"/>
          <p:cNvSpPr txBox="1"/>
          <p:nvPr userDrawn="1"/>
        </p:nvSpPr>
        <p:spPr>
          <a:xfrm>
            <a:off x="11556648" y="6608673"/>
            <a:ext cx="389335" cy="268956"/>
          </a:xfrm>
          <a:prstGeom prst="rect">
            <a:avLst/>
          </a:prstGeom>
          <a:ln>
            <a:noFill/>
          </a:ln>
        </p:spPr>
        <p:txBody>
          <a:bodyPr anchor="ctr"/>
          <a:lstStyle>
            <a:defPPr>
              <a:defRPr lang="en-US"/>
            </a:defPPr>
            <a:lvl1pPr marL="0" algn="r" defTabSz="914400" rtl="0" eaLnBrk="1" latinLnBrk="0" hangingPunct="1">
              <a:defRPr sz="1080" b="0" i="0" kern="1200">
                <a:solidFill>
                  <a:schemeClr val="accent4">
                    <a:lumMod val="75000"/>
                  </a:schemeClr>
                </a:solidFill>
                <a:latin typeface="Helvetica" charset="0"/>
                <a:ea typeface="Roboto Light" charset="0"/>
                <a:cs typeface="Helvetic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936C95AE-7298-45E1-9514-94AFF5BED89B}" type="slidenum">
              <a:rPr lang="en-US" sz="800" b="0" i="0" kern="1200" smtClean="0">
                <a:solidFill>
                  <a:srgbClr val="FFFFFF"/>
                </a:solidFill>
                <a:latin typeface="Segoe UI" panose="020B0502040204020203" pitchFamily="34" charset="0"/>
                <a:ea typeface="Helvetica Neue Thin" panose="020B0403020202020204" pitchFamily="34" charset="0"/>
                <a:cs typeface="Segoe UI" panose="020B0502040204020203" pitchFamily="34" charset="0"/>
              </a:rPr>
            </a:fld>
            <a:endParaRPr lang="en-US" sz="800" b="0" i="0" kern="1200" dirty="0">
              <a:solidFill>
                <a:srgbClr val="FFFFFF"/>
              </a:solidFill>
              <a:latin typeface="Segoe UI" panose="020B0502040204020203" pitchFamily="34" charset="0"/>
              <a:ea typeface="Helvetica Neue Thin" panose="020B0403020202020204" pitchFamily="34" charset="0"/>
              <a:cs typeface="Segoe UI" panose="020B0502040204020203" pitchFamily="34" charset="0"/>
            </a:endParaRPr>
          </a:p>
        </p:txBody>
      </p:sp>
      <p:pic>
        <p:nvPicPr>
          <p:cNvPr id="7" name="Picture 6"/>
          <p:cNvPicPr>
            <a:picLocks noChangeAspect="1"/>
          </p:cNvPicPr>
          <p:nvPr userDrawn="1"/>
        </p:nvPicPr>
        <p:blipFill rotWithShape="1">
          <a:blip r:embed="rId2" cstate="screen"/>
          <a:srcRect l="14460" t="28533"/>
          <a:stretch>
            <a:fillRect/>
          </a:stretch>
        </p:blipFill>
        <p:spPr>
          <a:xfrm>
            <a:off x="0" y="1397590"/>
            <a:ext cx="12192000" cy="5246914"/>
          </a:xfrm>
          <a:prstGeom prst="rect">
            <a:avLst/>
          </a:prstGeom>
        </p:spPr>
      </p:pic>
      <p:pic>
        <p:nvPicPr>
          <p:cNvPr id="9" name="Picture 8"/>
          <p:cNvPicPr>
            <a:picLocks noChangeAspect="1"/>
          </p:cNvPicPr>
          <p:nvPr userDrawn="1"/>
        </p:nvPicPr>
        <p:blipFill>
          <a:blip r:embed="rId3" cstate="print"/>
          <a:stretch>
            <a:fillRect/>
          </a:stretch>
        </p:blipFill>
        <p:spPr>
          <a:xfrm>
            <a:off x="609600" y="1052419"/>
            <a:ext cx="2629435" cy="348465"/>
          </a:xfrm>
          <a:prstGeom prst="rect">
            <a:avLst/>
          </a:prstGeom>
        </p:spPr>
      </p:pic>
      <p:sp>
        <p:nvSpPr>
          <p:cNvPr id="16" name="Title 1"/>
          <p:cNvSpPr>
            <a:spLocks noGrp="1"/>
          </p:cNvSpPr>
          <p:nvPr>
            <p:ph type="ctrTitle" hasCustomPrompt="1"/>
          </p:nvPr>
        </p:nvSpPr>
        <p:spPr>
          <a:xfrm>
            <a:off x="609600" y="1634796"/>
            <a:ext cx="9144000" cy="1490507"/>
          </a:xfrm>
        </p:spPr>
        <p:txBody>
          <a:bodyPr anchor="b">
            <a:normAutofit/>
          </a:bodyPr>
          <a:lstStyle>
            <a:lvl1pPr algn="l">
              <a:defRPr sz="3200" b="1" i="0" spc="150" baseline="0">
                <a:solidFill>
                  <a:schemeClr val="bg1"/>
                </a:solidFill>
                <a:latin typeface="Segoe UI Bold" panose="020B0802040204020203" pitchFamily="34" charset="0"/>
                <a:cs typeface="Segoe UI Bold" panose="020B0802040204020203" pitchFamily="34" charset="0"/>
              </a:defRPr>
            </a:lvl1pPr>
          </a:lstStyle>
          <a:p>
            <a:r>
              <a:rPr lang="en-US" dirty="0"/>
              <a:t>Title Slide 32pt Segoe UI Bold</a:t>
            </a:r>
            <a:endParaRPr lang="en-IN" dirty="0"/>
          </a:p>
        </p:txBody>
      </p:sp>
      <p:sp>
        <p:nvSpPr>
          <p:cNvPr id="17" name="Subtitle 2"/>
          <p:cNvSpPr>
            <a:spLocks noGrp="1"/>
          </p:cNvSpPr>
          <p:nvPr>
            <p:ph type="subTitle" idx="1" hasCustomPrompt="1"/>
          </p:nvPr>
        </p:nvSpPr>
        <p:spPr>
          <a:xfrm>
            <a:off x="609600" y="3202600"/>
            <a:ext cx="9143999" cy="563341"/>
          </a:xfrm>
        </p:spPr>
        <p:txBody>
          <a:bodyPr anchor="ctr">
            <a:normAutofit/>
          </a:bodyPr>
          <a:lstStyle>
            <a:lvl1pPr marL="0" indent="0" algn="l">
              <a:buNone/>
              <a:defRPr sz="2200" b="1" i="0" spc="100" baseline="0">
                <a:solidFill>
                  <a:schemeClr val="bg1"/>
                </a:solidFill>
                <a:latin typeface="Segoe UI Semibold" panose="020B0702040204020203" pitchFamily="34" charset="0"/>
                <a:cs typeface="Segoe UI Semibold" panose="020B07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 headline 22pt in Segoe UI Semi Bold</a:t>
            </a:r>
            <a:endParaRPr lang="en-IN" dirty="0"/>
          </a:p>
        </p:txBody>
      </p:sp>
      <p:sp>
        <p:nvSpPr>
          <p:cNvPr id="18" name="Text Placeholder 7"/>
          <p:cNvSpPr>
            <a:spLocks noGrp="1"/>
          </p:cNvSpPr>
          <p:nvPr>
            <p:ph type="body" sz="quarter" idx="13" hasCustomPrompt="1"/>
          </p:nvPr>
        </p:nvSpPr>
        <p:spPr>
          <a:xfrm>
            <a:off x="609600" y="3843238"/>
            <a:ext cx="4170947" cy="495300"/>
          </a:xfrm>
        </p:spPr>
        <p:txBody>
          <a:bodyPr anchor="ctr">
            <a:noAutofit/>
          </a:bodyPr>
          <a:lstStyle>
            <a:lvl1pPr marL="0" indent="0" algn="l">
              <a:buNone/>
              <a:defRPr sz="1800" b="0" i="0">
                <a:solidFill>
                  <a:schemeClr val="bg1"/>
                </a:solidFill>
                <a:latin typeface="Segoe UI" panose="020B0502040204020203" pitchFamily="34" charset="0"/>
                <a:cs typeface="Segoe UI" panose="020B0502040204020203" pitchFamily="34" charset="0"/>
              </a:defRPr>
            </a:lvl1pPr>
          </a:lstStyle>
          <a:p>
            <a:pPr lvl="0"/>
            <a:r>
              <a:rPr lang="en-US" dirty="0"/>
              <a:t>Date: 18pt Segoe UI</a:t>
            </a:r>
            <a:endParaRPr lang="en-IN" dirty="0"/>
          </a:p>
        </p:txBody>
      </p:sp>
      <p:sp>
        <p:nvSpPr>
          <p:cNvPr id="11" name="Subtitle 2"/>
          <p:cNvSpPr txBox="1"/>
          <p:nvPr userDrawn="1"/>
        </p:nvSpPr>
        <p:spPr>
          <a:xfrm>
            <a:off x="0" y="6663619"/>
            <a:ext cx="5298281" cy="203133"/>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Font typeface="Arial" panose="020B0604020202020204"/>
              <a:buNone/>
            </a:pPr>
            <a:r>
              <a:rPr lang="en-US" sz="800" dirty="0" err="1">
                <a:solidFill>
                  <a:srgbClr val="FFFFFF"/>
                </a:solidFill>
                <a:latin typeface="Segoe UI" panose="020B0502040204020203" pitchFamily="34" charset="0"/>
                <a:ea typeface="Helvetica" charset="0"/>
                <a:cs typeface="Segoe UI" panose="020B0502040204020203" pitchFamily="34" charset="0"/>
              </a:rPr>
              <a:t>Azentio.com</a:t>
            </a:r>
            <a:r>
              <a:rPr lang="en-US" sz="800" dirty="0">
                <a:solidFill>
                  <a:srgbClr val="FFFFFF"/>
                </a:solidFill>
                <a:latin typeface="Segoe UI" panose="020B0502040204020203" pitchFamily="34" charset="0"/>
                <a:ea typeface="Helvetica" charset="0"/>
                <a:cs typeface="Segoe UI" panose="020B0502040204020203" pitchFamily="34" charset="0"/>
              </a:rPr>
              <a:t> | All rights reserved. This document is proprietary and confidential.</a:t>
            </a:r>
            <a:endParaRPr lang="en-US" sz="800" dirty="0">
              <a:solidFill>
                <a:srgbClr val="FFFFFF"/>
              </a:solidFill>
              <a:latin typeface="Segoe UI" panose="020B0502040204020203" pitchFamily="34" charset="0"/>
              <a:ea typeface="Helvetica" charset="0"/>
              <a:cs typeface="Segoe UI" panose="020B0502040204020203"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Title Slide_white backgroun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09600" y="2174622"/>
            <a:ext cx="9144000" cy="1490507"/>
          </a:xfrm>
        </p:spPr>
        <p:txBody>
          <a:bodyPr anchor="b">
            <a:normAutofit/>
          </a:bodyPr>
          <a:lstStyle>
            <a:lvl1pPr algn="l">
              <a:defRPr sz="2400" b="1" i="0" spc="150" baseline="0">
                <a:solidFill>
                  <a:srgbClr val="003399"/>
                </a:solidFill>
                <a:latin typeface="Segoe UI Bold" panose="020B0802040204020203" pitchFamily="34" charset="0"/>
                <a:cs typeface="Segoe UI Bold" panose="020B0802040204020203" pitchFamily="34" charset="0"/>
              </a:defRPr>
            </a:lvl1pPr>
          </a:lstStyle>
          <a:p>
            <a:r>
              <a:rPr lang="en-US" dirty="0"/>
              <a:t>Title Slide 32pt Segoe UI Bold</a:t>
            </a:r>
            <a:endParaRPr lang="en-IN" dirty="0"/>
          </a:p>
        </p:txBody>
      </p:sp>
      <p:sp>
        <p:nvSpPr>
          <p:cNvPr id="3" name="Subtitle 2"/>
          <p:cNvSpPr>
            <a:spLocks noGrp="1"/>
          </p:cNvSpPr>
          <p:nvPr>
            <p:ph type="subTitle" idx="1" hasCustomPrompt="1"/>
          </p:nvPr>
        </p:nvSpPr>
        <p:spPr>
          <a:xfrm>
            <a:off x="609600" y="3742426"/>
            <a:ext cx="9143999" cy="563341"/>
          </a:xfrm>
        </p:spPr>
        <p:txBody>
          <a:bodyPr anchor="ctr">
            <a:normAutofit/>
          </a:bodyPr>
          <a:lstStyle>
            <a:lvl1pPr marL="0" indent="0" algn="l">
              <a:buNone/>
              <a:defRPr sz="1400" b="0" i="0" spc="100" baseline="0">
                <a:solidFill>
                  <a:srgbClr val="003399"/>
                </a:solidFill>
                <a:latin typeface="Segoe UI Semilight" panose="020B0402040204020203" pitchFamily="34" charset="0"/>
                <a:cs typeface="Segoe UI Semilight" panose="020B04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 headline 14pt in Segoe UI Semi Light</a:t>
            </a:r>
            <a:endParaRPr lang="en-IN" dirty="0"/>
          </a:p>
        </p:txBody>
      </p:sp>
      <p:sp>
        <p:nvSpPr>
          <p:cNvPr id="8" name="Text Placeholder 7"/>
          <p:cNvSpPr>
            <a:spLocks noGrp="1"/>
          </p:cNvSpPr>
          <p:nvPr>
            <p:ph type="body" sz="quarter" idx="13" hasCustomPrompt="1"/>
          </p:nvPr>
        </p:nvSpPr>
        <p:spPr>
          <a:xfrm>
            <a:off x="609600" y="4383064"/>
            <a:ext cx="4170947" cy="495300"/>
          </a:xfrm>
        </p:spPr>
        <p:txBody>
          <a:bodyPr anchor="ctr">
            <a:noAutofit/>
          </a:bodyPr>
          <a:lstStyle>
            <a:lvl1pPr marL="0" indent="0" algn="l">
              <a:buNone/>
              <a:defRPr sz="1200" b="1" i="0">
                <a:solidFill>
                  <a:srgbClr val="003399"/>
                </a:solidFill>
                <a:latin typeface="Segoe UI" panose="020B0502040204020203" pitchFamily="34" charset="0"/>
                <a:cs typeface="Segoe UI" panose="020B0502040204020203" pitchFamily="34" charset="0"/>
              </a:defRPr>
            </a:lvl1pPr>
          </a:lstStyle>
          <a:p>
            <a:pPr lvl="0"/>
            <a:r>
              <a:rPr lang="en-US" dirty="0"/>
              <a:t>&lt;DD. MM. YYYY&gt; 12pt Segoe UI Bold </a:t>
            </a:r>
            <a:endParaRPr lang="en-IN" dirty="0"/>
          </a:p>
        </p:txBody>
      </p:sp>
      <p:pic>
        <p:nvPicPr>
          <p:cNvPr id="11" name="Picture 10"/>
          <p:cNvPicPr>
            <a:picLocks noChangeAspect="1"/>
          </p:cNvPicPr>
          <p:nvPr userDrawn="1"/>
        </p:nvPicPr>
        <p:blipFill>
          <a:blip r:embed="rId2" cstate="screen"/>
          <a:stretch>
            <a:fillRect/>
          </a:stretch>
        </p:blipFill>
        <p:spPr>
          <a:xfrm>
            <a:off x="10905543" y="167836"/>
            <a:ext cx="1040440" cy="137884"/>
          </a:xfrm>
          <a:prstGeom prst="rect">
            <a:avLst/>
          </a:prstGeom>
        </p:spPr>
      </p:pic>
      <p:sp>
        <p:nvSpPr>
          <p:cNvPr id="13" name="Rectangle 12"/>
          <p:cNvSpPr/>
          <p:nvPr userDrawn="1"/>
        </p:nvSpPr>
        <p:spPr>
          <a:xfrm>
            <a:off x="0" y="6654866"/>
            <a:ext cx="12192000" cy="203134"/>
          </a:xfrm>
          <a:prstGeom prst="rect">
            <a:avLst/>
          </a:prstGeom>
          <a:solidFill>
            <a:srgbClr val="D74E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egoe UI" panose="020B0502040204020203" pitchFamily="34" charset="0"/>
              <a:cs typeface="Segoe UI" panose="020B0502040204020203" pitchFamily="34" charset="0"/>
            </a:endParaRPr>
          </a:p>
        </p:txBody>
      </p:sp>
      <p:sp>
        <p:nvSpPr>
          <p:cNvPr id="15" name="Slide Number Placeholder 5"/>
          <p:cNvSpPr txBox="1"/>
          <p:nvPr userDrawn="1"/>
        </p:nvSpPr>
        <p:spPr>
          <a:xfrm>
            <a:off x="11556648" y="6608673"/>
            <a:ext cx="389335" cy="268956"/>
          </a:xfrm>
          <a:prstGeom prst="rect">
            <a:avLst/>
          </a:prstGeom>
          <a:ln>
            <a:noFill/>
          </a:ln>
        </p:spPr>
        <p:txBody>
          <a:bodyPr anchor="ctr"/>
          <a:lstStyle>
            <a:defPPr>
              <a:defRPr lang="en-US"/>
            </a:defPPr>
            <a:lvl1pPr marL="0" algn="r" defTabSz="914400" rtl="0" eaLnBrk="1" latinLnBrk="0" hangingPunct="1">
              <a:defRPr sz="1080" b="0" i="0" kern="1200">
                <a:solidFill>
                  <a:schemeClr val="accent4">
                    <a:lumMod val="75000"/>
                  </a:schemeClr>
                </a:solidFill>
                <a:latin typeface="Helvetica" charset="0"/>
                <a:ea typeface="Roboto Light" charset="0"/>
                <a:cs typeface="Helvetic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936C95AE-7298-45E1-9514-94AFF5BED89B}" type="slidenum">
              <a:rPr lang="en-US" sz="800" b="0" i="0" kern="1200" smtClean="0">
                <a:solidFill>
                  <a:srgbClr val="FFFFFF"/>
                </a:solidFill>
                <a:latin typeface="Segoe UI" panose="020B0502040204020203" pitchFamily="34" charset="0"/>
                <a:ea typeface="Helvetica Neue Thin" panose="020B0403020202020204" pitchFamily="34" charset="0"/>
                <a:cs typeface="Segoe UI" panose="020B0502040204020203" pitchFamily="34" charset="0"/>
              </a:rPr>
            </a:fld>
            <a:endParaRPr lang="en-US" sz="800" b="0" i="0" kern="1200" dirty="0">
              <a:solidFill>
                <a:srgbClr val="FFFFFF"/>
              </a:solidFill>
              <a:latin typeface="Segoe UI" panose="020B0502040204020203" pitchFamily="34" charset="0"/>
              <a:ea typeface="Helvetica Neue Thin" panose="020B0403020202020204" pitchFamily="34" charset="0"/>
              <a:cs typeface="Segoe UI" panose="020B0502040204020203" pitchFamily="34" charset="0"/>
            </a:endParaRPr>
          </a:p>
        </p:txBody>
      </p:sp>
      <p:sp>
        <p:nvSpPr>
          <p:cNvPr id="10" name="Subtitle 2"/>
          <p:cNvSpPr txBox="1"/>
          <p:nvPr userDrawn="1"/>
        </p:nvSpPr>
        <p:spPr>
          <a:xfrm>
            <a:off x="0" y="6663619"/>
            <a:ext cx="5298281" cy="203133"/>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Font typeface="Arial" panose="020B0604020202020204"/>
              <a:buNone/>
            </a:pPr>
            <a:r>
              <a:rPr lang="en-US" sz="800" dirty="0" err="1">
                <a:solidFill>
                  <a:srgbClr val="FFFFFF"/>
                </a:solidFill>
                <a:latin typeface="Segoe UI" panose="020B0502040204020203" pitchFamily="34" charset="0"/>
                <a:ea typeface="Helvetica" charset="0"/>
                <a:cs typeface="Segoe UI" panose="020B0502040204020203" pitchFamily="34" charset="0"/>
              </a:rPr>
              <a:t>Azentio.com</a:t>
            </a:r>
            <a:r>
              <a:rPr lang="en-US" sz="800" dirty="0">
                <a:solidFill>
                  <a:srgbClr val="FFFFFF"/>
                </a:solidFill>
                <a:latin typeface="Segoe UI" panose="020B0502040204020203" pitchFamily="34" charset="0"/>
                <a:ea typeface="Helvetica" charset="0"/>
                <a:cs typeface="Segoe UI" panose="020B0502040204020203" pitchFamily="34" charset="0"/>
              </a:rPr>
              <a:t> | All rights reserved. This document is proprietary and confidential.</a:t>
            </a:r>
            <a:endParaRPr lang="en-US" sz="800" dirty="0">
              <a:solidFill>
                <a:srgbClr val="FFFFFF"/>
              </a:solidFill>
              <a:latin typeface="Segoe UI" panose="020B0502040204020203" pitchFamily="34" charset="0"/>
              <a:ea typeface="Helvetica" charset="0"/>
              <a:cs typeface="Segoe UI" panose="020B0502040204020203"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7_Agenda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365125"/>
            <a:ext cx="9810750" cy="661933"/>
          </a:xfrm>
        </p:spPr>
        <p:txBody>
          <a:bodyPr anchor="b">
            <a:normAutofit/>
          </a:bodyPr>
          <a:lstStyle>
            <a:lvl1pPr algn="l" defTabSz="914400" rtl="0" eaLnBrk="1" latinLnBrk="0" hangingPunct="1">
              <a:lnSpc>
                <a:spcPct val="90000"/>
              </a:lnSpc>
              <a:spcBef>
                <a:spcPct val="0"/>
              </a:spcBef>
              <a:buNone/>
              <a:defRPr lang="en-IN" sz="2200" b="1" i="0" kern="1200" spc="200" baseline="0" dirty="0">
                <a:solidFill>
                  <a:srgbClr val="003399"/>
                </a:solidFill>
                <a:latin typeface="Segoe UI" panose="020B0502040204020203" pitchFamily="34" charset="0"/>
                <a:ea typeface="Roboto" panose="02000000000000000000" pitchFamily="2" charset="0"/>
                <a:cs typeface="Segoe UI" panose="020B0502040204020203" pitchFamily="34" charset="0"/>
              </a:defRPr>
            </a:lvl1pPr>
          </a:lstStyle>
          <a:p>
            <a:r>
              <a:rPr lang="en-US" dirty="0"/>
              <a:t>Index / Agenda</a:t>
            </a:r>
            <a:endParaRPr lang="en-IN" dirty="0"/>
          </a:p>
        </p:txBody>
      </p:sp>
      <p:pic>
        <p:nvPicPr>
          <p:cNvPr id="11" name="Picture 10"/>
          <p:cNvPicPr>
            <a:picLocks noChangeAspect="1"/>
          </p:cNvPicPr>
          <p:nvPr userDrawn="1"/>
        </p:nvPicPr>
        <p:blipFill>
          <a:blip r:embed="rId2" cstate="screen"/>
          <a:stretch>
            <a:fillRect/>
          </a:stretch>
        </p:blipFill>
        <p:spPr>
          <a:xfrm>
            <a:off x="10905543" y="167836"/>
            <a:ext cx="1040440" cy="137884"/>
          </a:xfrm>
          <a:prstGeom prst="rect">
            <a:avLst/>
          </a:prstGeom>
        </p:spPr>
      </p:pic>
      <p:sp>
        <p:nvSpPr>
          <p:cNvPr id="13" name="Rectangle 12"/>
          <p:cNvSpPr/>
          <p:nvPr userDrawn="1"/>
        </p:nvSpPr>
        <p:spPr>
          <a:xfrm>
            <a:off x="0" y="6654866"/>
            <a:ext cx="12192000" cy="203134"/>
          </a:xfrm>
          <a:prstGeom prst="rect">
            <a:avLst/>
          </a:prstGeom>
          <a:solidFill>
            <a:srgbClr val="D74E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endParaRPr>
          </a:p>
        </p:txBody>
      </p:sp>
      <p:sp>
        <p:nvSpPr>
          <p:cNvPr id="15" name="Slide Number Placeholder 5"/>
          <p:cNvSpPr txBox="1"/>
          <p:nvPr userDrawn="1"/>
        </p:nvSpPr>
        <p:spPr>
          <a:xfrm>
            <a:off x="11556648" y="6608673"/>
            <a:ext cx="389335" cy="268956"/>
          </a:xfrm>
          <a:prstGeom prst="rect">
            <a:avLst/>
          </a:prstGeom>
          <a:ln>
            <a:noFill/>
          </a:ln>
        </p:spPr>
        <p:txBody>
          <a:bodyPr anchor="ctr"/>
          <a:lstStyle>
            <a:defPPr>
              <a:defRPr lang="en-US"/>
            </a:defPPr>
            <a:lvl1pPr marL="0" algn="r" defTabSz="914400" rtl="0" eaLnBrk="1" latinLnBrk="0" hangingPunct="1">
              <a:defRPr sz="1080" b="0" i="0" kern="1200">
                <a:solidFill>
                  <a:schemeClr val="accent4">
                    <a:lumMod val="75000"/>
                  </a:schemeClr>
                </a:solidFill>
                <a:latin typeface="Helvetica" charset="0"/>
                <a:ea typeface="Roboto Light" charset="0"/>
                <a:cs typeface="Helvetic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fld id="{936C95AE-7298-45E1-9514-94AFF5BED89B}" type="slidenum">
              <a:rPr kumimoji="0" lang="en-US" sz="800" b="0" i="0" u="none" strike="noStrike" kern="1200" cap="none" spc="0" normalizeH="0" baseline="0" noProof="0" smtClean="0">
                <a:ln>
                  <a:noFill/>
                </a:ln>
                <a:solidFill>
                  <a:srgbClr val="FFFFFF"/>
                </a:solidFill>
                <a:effectLst/>
                <a:uLnTx/>
                <a:uFillTx/>
                <a:latin typeface="Segoe UI" panose="020B0502040204020203" pitchFamily="34" charset="0"/>
                <a:ea typeface="Helvetica Neue Thin" panose="020B0403020202020204" pitchFamily="34" charset="0"/>
                <a:cs typeface="Segoe UI" panose="020B0502040204020203" pitchFamily="34" charset="0"/>
              </a:rPr>
            </a:fld>
            <a:endParaRPr kumimoji="0" lang="en-US" sz="800" b="0" i="0" u="none" strike="noStrike" kern="1200" cap="none" spc="0" normalizeH="0" baseline="0" noProof="0" dirty="0">
              <a:ln>
                <a:noFill/>
              </a:ln>
              <a:solidFill>
                <a:srgbClr val="FFFFFF"/>
              </a:solidFill>
              <a:effectLst/>
              <a:uLnTx/>
              <a:uFillTx/>
              <a:latin typeface="Segoe UI" panose="020B0502040204020203" pitchFamily="34" charset="0"/>
              <a:ea typeface="Helvetica Neue Thin" panose="020B0403020202020204" pitchFamily="34" charset="0"/>
              <a:cs typeface="Segoe UI" panose="020B0502040204020203" pitchFamily="34" charset="0"/>
            </a:endParaRPr>
          </a:p>
        </p:txBody>
      </p:sp>
      <p:sp>
        <p:nvSpPr>
          <p:cNvPr id="8" name="Subtitle 2"/>
          <p:cNvSpPr txBox="1"/>
          <p:nvPr userDrawn="1"/>
        </p:nvSpPr>
        <p:spPr>
          <a:xfrm>
            <a:off x="0" y="6663619"/>
            <a:ext cx="5298281" cy="203133"/>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Font typeface="Arial" panose="020B0604020202020204"/>
              <a:buNone/>
            </a:pPr>
            <a:r>
              <a:rPr lang="en-US" sz="800" dirty="0" err="1">
                <a:solidFill>
                  <a:srgbClr val="FFFFFF"/>
                </a:solidFill>
                <a:latin typeface="Segoe UI" panose="020B0502040204020203" pitchFamily="34" charset="0"/>
                <a:ea typeface="Helvetica" charset="0"/>
                <a:cs typeface="Segoe UI" panose="020B0502040204020203" pitchFamily="34" charset="0"/>
              </a:rPr>
              <a:t>Azentio.com</a:t>
            </a:r>
            <a:r>
              <a:rPr lang="en-US" sz="800" dirty="0">
                <a:solidFill>
                  <a:srgbClr val="FFFFFF"/>
                </a:solidFill>
                <a:latin typeface="Segoe UI" panose="020B0502040204020203" pitchFamily="34" charset="0"/>
                <a:ea typeface="Helvetica" charset="0"/>
                <a:cs typeface="Segoe UI" panose="020B0502040204020203" pitchFamily="34" charset="0"/>
              </a:rPr>
              <a:t> | All rights reserved. This document is proprietary and confidential.</a:t>
            </a:r>
            <a:endParaRPr lang="en-US" sz="800" dirty="0">
              <a:solidFill>
                <a:srgbClr val="FFFFFF"/>
              </a:solidFill>
              <a:latin typeface="Segoe UI" panose="020B0502040204020203" pitchFamily="34" charset="0"/>
              <a:ea typeface="Helvetica" charset="0"/>
              <a:cs typeface="Segoe UI" panose="020B0502040204020203"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8_Agenda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365125"/>
            <a:ext cx="9810750" cy="661933"/>
          </a:xfrm>
        </p:spPr>
        <p:txBody>
          <a:bodyPr anchor="b">
            <a:normAutofit/>
          </a:bodyPr>
          <a:lstStyle>
            <a:lvl1pPr algn="l" defTabSz="914400" rtl="0" eaLnBrk="1" latinLnBrk="0" hangingPunct="1">
              <a:lnSpc>
                <a:spcPct val="90000"/>
              </a:lnSpc>
              <a:spcBef>
                <a:spcPct val="0"/>
              </a:spcBef>
              <a:buNone/>
              <a:defRPr lang="en-IN" sz="2200" b="1" i="0" kern="1200" spc="200" baseline="0" dirty="0">
                <a:solidFill>
                  <a:srgbClr val="003399"/>
                </a:solidFill>
                <a:latin typeface="Segoe UI" panose="020B0502040204020203" pitchFamily="34" charset="0"/>
                <a:ea typeface="Roboto" panose="02000000000000000000" pitchFamily="2" charset="0"/>
                <a:cs typeface="Segoe UI" panose="020B0502040204020203" pitchFamily="34" charset="0"/>
              </a:defRPr>
            </a:lvl1pPr>
          </a:lstStyle>
          <a:p>
            <a:r>
              <a:rPr lang="en-US" dirty="0"/>
              <a:t>Index / Agenda</a:t>
            </a:r>
            <a:endParaRPr lang="en-IN" dirty="0"/>
          </a:p>
        </p:txBody>
      </p:sp>
      <p:pic>
        <p:nvPicPr>
          <p:cNvPr id="11" name="Picture 10"/>
          <p:cNvPicPr>
            <a:picLocks noChangeAspect="1"/>
          </p:cNvPicPr>
          <p:nvPr userDrawn="1"/>
        </p:nvPicPr>
        <p:blipFill>
          <a:blip r:embed="rId2" cstate="screen"/>
          <a:stretch>
            <a:fillRect/>
          </a:stretch>
        </p:blipFill>
        <p:spPr>
          <a:xfrm>
            <a:off x="10905543" y="167836"/>
            <a:ext cx="1040440" cy="137884"/>
          </a:xfrm>
          <a:prstGeom prst="rect">
            <a:avLst/>
          </a:prstGeom>
        </p:spPr>
      </p:pic>
      <p:sp>
        <p:nvSpPr>
          <p:cNvPr id="13" name="Rectangle 12"/>
          <p:cNvSpPr/>
          <p:nvPr userDrawn="1"/>
        </p:nvSpPr>
        <p:spPr>
          <a:xfrm>
            <a:off x="0" y="6654866"/>
            <a:ext cx="12192000" cy="203134"/>
          </a:xfrm>
          <a:prstGeom prst="rect">
            <a:avLst/>
          </a:prstGeom>
          <a:solidFill>
            <a:srgbClr val="D74E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egoe UI" panose="020B0502040204020203" pitchFamily="34" charset="0"/>
              <a:cs typeface="Segoe UI" panose="020B0502040204020203" pitchFamily="34" charset="0"/>
            </a:endParaRPr>
          </a:p>
        </p:txBody>
      </p:sp>
      <p:sp>
        <p:nvSpPr>
          <p:cNvPr id="15" name="Slide Number Placeholder 5"/>
          <p:cNvSpPr txBox="1"/>
          <p:nvPr userDrawn="1"/>
        </p:nvSpPr>
        <p:spPr>
          <a:xfrm>
            <a:off x="11556648" y="6608673"/>
            <a:ext cx="389335" cy="268956"/>
          </a:xfrm>
          <a:prstGeom prst="rect">
            <a:avLst/>
          </a:prstGeom>
          <a:ln>
            <a:noFill/>
          </a:ln>
        </p:spPr>
        <p:txBody>
          <a:bodyPr anchor="ctr"/>
          <a:lstStyle>
            <a:defPPr>
              <a:defRPr lang="en-US"/>
            </a:defPPr>
            <a:lvl1pPr marL="0" algn="r" defTabSz="914400" rtl="0" eaLnBrk="1" latinLnBrk="0" hangingPunct="1">
              <a:defRPr sz="1080" b="0" i="0" kern="1200">
                <a:solidFill>
                  <a:schemeClr val="accent4">
                    <a:lumMod val="75000"/>
                  </a:schemeClr>
                </a:solidFill>
                <a:latin typeface="Helvetica" charset="0"/>
                <a:ea typeface="Roboto Light" charset="0"/>
                <a:cs typeface="Helvetic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936C95AE-7298-45E1-9514-94AFF5BED89B}" type="slidenum">
              <a:rPr lang="en-US" sz="800" b="0" i="0" kern="1200" smtClean="0">
                <a:solidFill>
                  <a:srgbClr val="FFFFFF"/>
                </a:solidFill>
                <a:latin typeface="Segoe UI" panose="020B0502040204020203" pitchFamily="34" charset="0"/>
                <a:ea typeface="Helvetica Neue Thin" panose="020B0403020202020204" pitchFamily="34" charset="0"/>
                <a:cs typeface="Segoe UI" panose="020B0502040204020203" pitchFamily="34" charset="0"/>
              </a:rPr>
            </a:fld>
            <a:endParaRPr lang="en-US" sz="800" b="0" i="0" kern="1200" dirty="0">
              <a:solidFill>
                <a:srgbClr val="FFFFFF"/>
              </a:solidFill>
              <a:latin typeface="Segoe UI" panose="020B0502040204020203" pitchFamily="34" charset="0"/>
              <a:ea typeface="Helvetica Neue Thin" panose="020B0403020202020204" pitchFamily="34" charset="0"/>
              <a:cs typeface="Segoe UI" panose="020B0502040204020203" pitchFamily="34" charset="0"/>
            </a:endParaRPr>
          </a:p>
        </p:txBody>
      </p:sp>
      <p:sp>
        <p:nvSpPr>
          <p:cNvPr id="7" name="Content Placeholder 4"/>
          <p:cNvSpPr>
            <a:spLocks noGrp="1"/>
          </p:cNvSpPr>
          <p:nvPr>
            <p:ph sz="quarter" idx="13" hasCustomPrompt="1"/>
          </p:nvPr>
        </p:nvSpPr>
        <p:spPr>
          <a:xfrm>
            <a:off x="609600" y="1509713"/>
            <a:ext cx="10515600" cy="4681537"/>
          </a:xfrm>
        </p:spPr>
        <p:txBody>
          <a:bodyPr>
            <a:normAutofit/>
          </a:bodyPr>
          <a:lstStyle>
            <a:lvl1pPr marL="342900" indent="-342900">
              <a:buFont typeface="+mj-lt"/>
              <a:buAutoNum type="arabicPeriod"/>
              <a:defRPr sz="1800" b="1" i="0" baseline="0">
                <a:solidFill>
                  <a:schemeClr val="tx1">
                    <a:lumMod val="85000"/>
                    <a:lumOff val="15000"/>
                  </a:schemeClr>
                </a:solidFill>
                <a:latin typeface="Segoe UI Semibold" panose="020B0702040204020203" pitchFamily="34" charset="0"/>
                <a:cs typeface="Segoe UI Semibold" panose="020B0702040204020203" pitchFamily="34" charset="0"/>
              </a:defRPr>
            </a:lvl1pPr>
          </a:lstStyle>
          <a:p>
            <a:pPr lvl="0"/>
            <a:r>
              <a:rPr lang="en-US" dirty="0"/>
              <a:t>Click to add 18pt</a:t>
            </a:r>
            <a:endParaRPr lang="en-IN" dirty="0"/>
          </a:p>
        </p:txBody>
      </p:sp>
      <p:sp>
        <p:nvSpPr>
          <p:cNvPr id="9" name="Subtitle 2"/>
          <p:cNvSpPr txBox="1"/>
          <p:nvPr userDrawn="1"/>
        </p:nvSpPr>
        <p:spPr>
          <a:xfrm>
            <a:off x="0" y="6663619"/>
            <a:ext cx="5298281" cy="203133"/>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Font typeface="Arial" panose="020B0604020202020204"/>
              <a:buNone/>
            </a:pPr>
            <a:r>
              <a:rPr lang="en-US" sz="800" dirty="0" err="1">
                <a:solidFill>
                  <a:srgbClr val="FFFFFF"/>
                </a:solidFill>
                <a:latin typeface="Segoe UI" panose="020B0502040204020203" pitchFamily="34" charset="0"/>
                <a:ea typeface="Helvetica" charset="0"/>
                <a:cs typeface="Segoe UI" panose="020B0502040204020203" pitchFamily="34" charset="0"/>
              </a:rPr>
              <a:t>Azentio.com</a:t>
            </a:r>
            <a:r>
              <a:rPr lang="en-US" sz="800" dirty="0">
                <a:solidFill>
                  <a:srgbClr val="FFFFFF"/>
                </a:solidFill>
                <a:latin typeface="Segoe UI" panose="020B0502040204020203" pitchFamily="34" charset="0"/>
                <a:ea typeface="Helvetica" charset="0"/>
                <a:cs typeface="Segoe UI" panose="020B0502040204020203" pitchFamily="34" charset="0"/>
              </a:rPr>
              <a:t> | All rights reserved. This document is proprietary and confidential.</a:t>
            </a:r>
            <a:endParaRPr lang="en-US" sz="800" dirty="0">
              <a:solidFill>
                <a:srgbClr val="FFFFFF"/>
              </a:solidFill>
              <a:latin typeface="Segoe UI" panose="020B0502040204020203" pitchFamily="34" charset="0"/>
              <a:ea typeface="Helvetica" charset="0"/>
              <a:cs typeface="Segoe UI" panose="020B0502040204020203"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Agenda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365125"/>
            <a:ext cx="9810750" cy="661933"/>
          </a:xfrm>
        </p:spPr>
        <p:txBody>
          <a:bodyPr anchor="b">
            <a:normAutofit/>
          </a:bodyPr>
          <a:lstStyle>
            <a:lvl1pPr algn="l" defTabSz="914400" rtl="0" eaLnBrk="1" latinLnBrk="0" hangingPunct="1">
              <a:lnSpc>
                <a:spcPct val="90000"/>
              </a:lnSpc>
              <a:spcBef>
                <a:spcPct val="0"/>
              </a:spcBef>
              <a:buNone/>
              <a:defRPr lang="en-IN" sz="2200" b="1" i="0" kern="1200" spc="200" baseline="0" dirty="0">
                <a:solidFill>
                  <a:srgbClr val="003399"/>
                </a:solidFill>
                <a:latin typeface="Segoe UI" panose="020B0502040204020203" pitchFamily="34" charset="0"/>
                <a:ea typeface="Roboto" panose="02000000000000000000" pitchFamily="2" charset="0"/>
                <a:cs typeface="Segoe UI" panose="020B0502040204020203" pitchFamily="34" charset="0"/>
              </a:defRPr>
            </a:lvl1pPr>
          </a:lstStyle>
          <a:p>
            <a:r>
              <a:rPr lang="en-US" dirty="0"/>
              <a:t>Click to add header 22pt</a:t>
            </a:r>
            <a:endParaRPr lang="en-IN" dirty="0"/>
          </a:p>
        </p:txBody>
      </p:sp>
      <p:pic>
        <p:nvPicPr>
          <p:cNvPr id="11" name="Picture 10"/>
          <p:cNvPicPr>
            <a:picLocks noChangeAspect="1"/>
          </p:cNvPicPr>
          <p:nvPr userDrawn="1"/>
        </p:nvPicPr>
        <p:blipFill>
          <a:blip r:embed="rId2" cstate="screen"/>
          <a:stretch>
            <a:fillRect/>
          </a:stretch>
        </p:blipFill>
        <p:spPr>
          <a:xfrm>
            <a:off x="10905543" y="167836"/>
            <a:ext cx="1040440" cy="137884"/>
          </a:xfrm>
          <a:prstGeom prst="rect">
            <a:avLst/>
          </a:prstGeom>
        </p:spPr>
      </p:pic>
      <p:sp>
        <p:nvSpPr>
          <p:cNvPr id="9" name="Rectangle 8"/>
          <p:cNvSpPr/>
          <p:nvPr userDrawn="1"/>
        </p:nvSpPr>
        <p:spPr>
          <a:xfrm>
            <a:off x="0" y="6654866"/>
            <a:ext cx="12192000" cy="203134"/>
          </a:xfrm>
          <a:prstGeom prst="rect">
            <a:avLst/>
          </a:prstGeom>
          <a:solidFill>
            <a:srgbClr val="D74E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egoe UI" panose="020B0502040204020203" pitchFamily="34" charset="0"/>
              <a:cs typeface="Segoe UI" panose="020B0502040204020203" pitchFamily="34" charset="0"/>
            </a:endParaRPr>
          </a:p>
        </p:txBody>
      </p:sp>
      <p:sp>
        <p:nvSpPr>
          <p:cNvPr id="16" name="Slide Number Placeholder 5"/>
          <p:cNvSpPr txBox="1"/>
          <p:nvPr userDrawn="1"/>
        </p:nvSpPr>
        <p:spPr>
          <a:xfrm>
            <a:off x="11556648" y="6608673"/>
            <a:ext cx="389335" cy="268956"/>
          </a:xfrm>
          <a:prstGeom prst="rect">
            <a:avLst/>
          </a:prstGeom>
          <a:ln>
            <a:noFill/>
          </a:ln>
        </p:spPr>
        <p:txBody>
          <a:bodyPr anchor="ctr"/>
          <a:lstStyle>
            <a:defPPr>
              <a:defRPr lang="en-US"/>
            </a:defPPr>
            <a:lvl1pPr marL="0" algn="r" defTabSz="914400" rtl="0" eaLnBrk="1" latinLnBrk="0" hangingPunct="1">
              <a:defRPr sz="1080" b="0" i="0" kern="1200">
                <a:solidFill>
                  <a:schemeClr val="accent4">
                    <a:lumMod val="75000"/>
                  </a:schemeClr>
                </a:solidFill>
                <a:latin typeface="Helvetica" charset="0"/>
                <a:ea typeface="Roboto Light" charset="0"/>
                <a:cs typeface="Helvetic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936C95AE-7298-45E1-9514-94AFF5BED89B}" type="slidenum">
              <a:rPr lang="en-US" sz="800" b="0" i="0" kern="1200" smtClean="0">
                <a:solidFill>
                  <a:srgbClr val="FFFFFF"/>
                </a:solidFill>
                <a:latin typeface="Segoe UI" panose="020B0502040204020203" pitchFamily="34" charset="0"/>
                <a:ea typeface="Helvetica Neue Thin" panose="020B0403020202020204" pitchFamily="34" charset="0"/>
                <a:cs typeface="Segoe UI" panose="020B0502040204020203" pitchFamily="34" charset="0"/>
              </a:rPr>
            </a:fld>
            <a:endParaRPr lang="en-US" sz="800" b="0" i="0" kern="1200" dirty="0">
              <a:solidFill>
                <a:srgbClr val="FFFFFF"/>
              </a:solidFill>
              <a:latin typeface="Segoe UI" panose="020B0502040204020203" pitchFamily="34" charset="0"/>
              <a:ea typeface="Helvetica Neue Thin" panose="020B0403020202020204" pitchFamily="34" charset="0"/>
              <a:cs typeface="Segoe UI" panose="020B0502040204020203" pitchFamily="34" charset="0"/>
            </a:endParaRPr>
          </a:p>
        </p:txBody>
      </p:sp>
      <p:sp>
        <p:nvSpPr>
          <p:cNvPr id="8" name="Content Placeholder 9"/>
          <p:cNvSpPr>
            <a:spLocks noGrp="1"/>
          </p:cNvSpPr>
          <p:nvPr>
            <p:ph sz="quarter" idx="14" hasCustomPrompt="1"/>
          </p:nvPr>
        </p:nvSpPr>
        <p:spPr>
          <a:xfrm>
            <a:off x="1200150" y="1375242"/>
            <a:ext cx="4500282" cy="4689475"/>
          </a:xfrm>
        </p:spPr>
        <p:txBody>
          <a:bodyPr>
            <a:normAutofit/>
          </a:bodyPr>
          <a:lstStyle>
            <a:lvl1pPr marL="228600" indent="-228600">
              <a:buClr>
                <a:schemeClr val="tx2">
                  <a:lumMod val="85000"/>
                  <a:lumOff val="15000"/>
                </a:schemeClr>
              </a:buClr>
              <a:buFont typeface="Wingdings" panose="05000000000000000000" pitchFamily="2" charset="2"/>
              <a:buChar char="§"/>
              <a:defRPr sz="1600">
                <a:solidFill>
                  <a:schemeClr val="tx1">
                    <a:lumMod val="85000"/>
                    <a:lumOff val="15000"/>
                  </a:schemeClr>
                </a:solidFill>
              </a:defRPr>
            </a:lvl1pPr>
            <a:lvl2pPr marL="685800" indent="-228600">
              <a:buClr>
                <a:srgbClr val="003399"/>
              </a:buClr>
              <a:buFont typeface="Segoe UI Light" panose="020B0502040204020203" pitchFamily="34" charset="0"/>
              <a:buChar char="—"/>
              <a:defRPr sz="1400"/>
            </a:lvl2pPr>
          </a:lstStyle>
          <a:p>
            <a:pPr lvl="0"/>
            <a:r>
              <a:rPr lang="en-US" dirty="0"/>
              <a:t>Click to add 16pt</a:t>
            </a:r>
            <a:endParaRPr lang="en-US" dirty="0"/>
          </a:p>
          <a:p>
            <a:pPr lvl="1"/>
            <a:r>
              <a:rPr lang="en-US" dirty="0"/>
              <a:t>Click to add 14pt</a:t>
            </a:r>
            <a:endParaRPr lang="en-IN" dirty="0"/>
          </a:p>
        </p:txBody>
      </p:sp>
      <p:sp>
        <p:nvSpPr>
          <p:cNvPr id="12" name="Content Placeholder 9"/>
          <p:cNvSpPr>
            <a:spLocks noGrp="1"/>
          </p:cNvSpPr>
          <p:nvPr>
            <p:ph sz="quarter" idx="15" hasCustomPrompt="1"/>
          </p:nvPr>
        </p:nvSpPr>
        <p:spPr>
          <a:xfrm>
            <a:off x="6405261" y="1375242"/>
            <a:ext cx="4500282" cy="4689475"/>
          </a:xfrm>
        </p:spPr>
        <p:txBody>
          <a:bodyPr>
            <a:normAutofit/>
          </a:bodyPr>
          <a:lstStyle>
            <a:lvl1pPr marL="228600" indent="-228600">
              <a:buClr>
                <a:schemeClr val="tx2">
                  <a:lumMod val="85000"/>
                  <a:lumOff val="15000"/>
                </a:schemeClr>
              </a:buClr>
              <a:buFont typeface="Wingdings" panose="05000000000000000000" pitchFamily="2" charset="2"/>
              <a:buChar char="§"/>
              <a:defRPr lang="en-US" sz="1600" b="0" i="0" kern="1200" dirty="0">
                <a:solidFill>
                  <a:schemeClr val="tx1">
                    <a:lumMod val="85000"/>
                    <a:lumOff val="15000"/>
                  </a:schemeClr>
                </a:solidFill>
                <a:latin typeface="Segoe UI" panose="020B0502040204020203" pitchFamily="34" charset="0"/>
                <a:ea typeface="Roboto" panose="02000000000000000000" pitchFamily="2" charset="0"/>
                <a:cs typeface="Segoe UI" panose="020B0502040204020203" pitchFamily="34" charset="0"/>
              </a:defRPr>
            </a:lvl1pPr>
            <a:lvl2pPr marL="685800" indent="-228600">
              <a:buClr>
                <a:srgbClr val="003399"/>
              </a:buClr>
              <a:buFont typeface="Segoe UI Light" panose="020B0502040204020203" pitchFamily="34" charset="0"/>
              <a:buChar char="—"/>
              <a:defRPr lang="en-IN" sz="1400" b="0" i="0" kern="1200" dirty="0">
                <a:solidFill>
                  <a:schemeClr val="bg2">
                    <a:lumMod val="10000"/>
                  </a:schemeClr>
                </a:solidFill>
                <a:latin typeface="Segoe UI" panose="020B0502040204020203" pitchFamily="34" charset="0"/>
                <a:ea typeface="Roboto" panose="02000000000000000000" pitchFamily="2" charset="0"/>
                <a:cs typeface="Segoe UI" panose="020B0502040204020203" pitchFamily="34" charset="0"/>
              </a:defRPr>
            </a:lvl2pPr>
          </a:lstStyle>
          <a:p>
            <a:pPr lvl="0"/>
            <a:r>
              <a:rPr lang="en-US" dirty="0"/>
              <a:t>Click to add 16pt</a:t>
            </a:r>
            <a:endParaRPr lang="en-US" dirty="0"/>
          </a:p>
          <a:p>
            <a:pPr marL="685800" lvl="1" indent="-228600" algn="l" defTabSz="914400" rtl="0" eaLnBrk="1" latinLnBrk="0" hangingPunct="1">
              <a:lnSpc>
                <a:spcPct val="90000"/>
              </a:lnSpc>
              <a:spcBef>
                <a:spcPts val="500"/>
              </a:spcBef>
              <a:buClr>
                <a:srgbClr val="003399"/>
              </a:buClr>
              <a:buSzPct val="80000"/>
              <a:buFont typeface="Segoe UI Light" panose="020B0502040204020203" pitchFamily="34" charset="0"/>
              <a:buChar char="—"/>
            </a:pPr>
            <a:r>
              <a:rPr lang="en-US" dirty="0"/>
              <a:t>Click to add 14pt</a:t>
            </a:r>
            <a:endParaRPr lang="en-IN" dirty="0"/>
          </a:p>
        </p:txBody>
      </p:sp>
      <p:cxnSp>
        <p:nvCxnSpPr>
          <p:cNvPr id="4" name="Straight Connector 3"/>
          <p:cNvCxnSpPr/>
          <p:nvPr userDrawn="1"/>
        </p:nvCxnSpPr>
        <p:spPr>
          <a:xfrm>
            <a:off x="6052847" y="2496297"/>
            <a:ext cx="0" cy="2447364"/>
          </a:xfrm>
          <a:prstGeom prst="line">
            <a:avLst/>
          </a:prstGeom>
        </p:spPr>
        <p:style>
          <a:lnRef idx="1">
            <a:schemeClr val="accent4"/>
          </a:lnRef>
          <a:fillRef idx="0">
            <a:schemeClr val="accent4"/>
          </a:fillRef>
          <a:effectRef idx="0">
            <a:schemeClr val="accent4"/>
          </a:effectRef>
          <a:fontRef idx="minor">
            <a:schemeClr val="tx1"/>
          </a:fontRef>
        </p:style>
      </p:cxnSp>
      <p:sp>
        <p:nvSpPr>
          <p:cNvPr id="10" name="Subtitle 2"/>
          <p:cNvSpPr txBox="1"/>
          <p:nvPr userDrawn="1"/>
        </p:nvSpPr>
        <p:spPr>
          <a:xfrm>
            <a:off x="0" y="6663619"/>
            <a:ext cx="5298281" cy="203133"/>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Font typeface="Arial" panose="020B0604020202020204"/>
              <a:buNone/>
            </a:pPr>
            <a:r>
              <a:rPr lang="en-US" sz="800" dirty="0" err="1">
                <a:solidFill>
                  <a:srgbClr val="FFFFFF"/>
                </a:solidFill>
                <a:latin typeface="Segoe UI" panose="020B0502040204020203" pitchFamily="34" charset="0"/>
                <a:ea typeface="Helvetica" charset="0"/>
                <a:cs typeface="Segoe UI" panose="020B0502040204020203" pitchFamily="34" charset="0"/>
              </a:rPr>
              <a:t>Azentio.com</a:t>
            </a:r>
            <a:r>
              <a:rPr lang="en-US" sz="800" dirty="0">
                <a:solidFill>
                  <a:srgbClr val="FFFFFF"/>
                </a:solidFill>
                <a:latin typeface="Segoe UI" panose="020B0502040204020203" pitchFamily="34" charset="0"/>
                <a:ea typeface="Helvetica" charset="0"/>
                <a:cs typeface="Segoe UI" panose="020B0502040204020203" pitchFamily="34" charset="0"/>
              </a:rPr>
              <a:t> | All rights reserved. This document is proprietary and confidential.</a:t>
            </a:r>
            <a:endParaRPr lang="en-US" sz="800" dirty="0">
              <a:solidFill>
                <a:srgbClr val="FFFFFF"/>
              </a:solidFill>
              <a:latin typeface="Segoe UI" panose="020B0502040204020203" pitchFamily="34" charset="0"/>
              <a:ea typeface="Helvetica" charset="0"/>
              <a:cs typeface="Segoe UI" panose="020B0502040204020203"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ile and conten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365125"/>
            <a:ext cx="9810750" cy="661933"/>
          </a:xfrm>
        </p:spPr>
        <p:txBody>
          <a:bodyPr anchor="b">
            <a:normAutofit/>
          </a:bodyPr>
          <a:lstStyle>
            <a:lvl1pPr>
              <a:defRPr sz="2200" b="1" i="0">
                <a:solidFill>
                  <a:srgbClr val="003399"/>
                </a:solidFill>
                <a:latin typeface="Segoe UI" panose="020B0502040204020203" pitchFamily="34" charset="0"/>
                <a:cs typeface="Segoe UI" panose="020B0502040204020203" pitchFamily="34" charset="0"/>
              </a:defRPr>
            </a:lvl1pPr>
          </a:lstStyle>
          <a:p>
            <a:r>
              <a:rPr lang="en-US" dirty="0"/>
              <a:t>Click to add header 22pt</a:t>
            </a:r>
            <a:endParaRPr lang="en-IN" dirty="0"/>
          </a:p>
        </p:txBody>
      </p:sp>
      <p:pic>
        <p:nvPicPr>
          <p:cNvPr id="12" name="Picture 11"/>
          <p:cNvPicPr>
            <a:picLocks noChangeAspect="1"/>
          </p:cNvPicPr>
          <p:nvPr userDrawn="1"/>
        </p:nvPicPr>
        <p:blipFill>
          <a:blip r:embed="rId2" cstate="screen"/>
          <a:stretch>
            <a:fillRect/>
          </a:stretch>
        </p:blipFill>
        <p:spPr>
          <a:xfrm>
            <a:off x="10905543" y="167836"/>
            <a:ext cx="1040440" cy="137884"/>
          </a:xfrm>
          <a:prstGeom prst="rect">
            <a:avLst/>
          </a:prstGeom>
        </p:spPr>
      </p:pic>
      <p:sp>
        <p:nvSpPr>
          <p:cNvPr id="9" name="Rectangle 8"/>
          <p:cNvSpPr/>
          <p:nvPr userDrawn="1"/>
        </p:nvSpPr>
        <p:spPr>
          <a:xfrm>
            <a:off x="0" y="6654866"/>
            <a:ext cx="12192000" cy="203134"/>
          </a:xfrm>
          <a:prstGeom prst="rect">
            <a:avLst/>
          </a:prstGeom>
          <a:solidFill>
            <a:srgbClr val="D74E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egoe UI" panose="020B0502040204020203" pitchFamily="34" charset="0"/>
              <a:cs typeface="Segoe UI" panose="020B0502040204020203" pitchFamily="34" charset="0"/>
            </a:endParaRPr>
          </a:p>
        </p:txBody>
      </p:sp>
      <p:sp>
        <p:nvSpPr>
          <p:cNvPr id="17" name="Slide Number Placeholder 5"/>
          <p:cNvSpPr txBox="1"/>
          <p:nvPr userDrawn="1"/>
        </p:nvSpPr>
        <p:spPr>
          <a:xfrm>
            <a:off x="11556648" y="6608673"/>
            <a:ext cx="389335" cy="268956"/>
          </a:xfrm>
          <a:prstGeom prst="rect">
            <a:avLst/>
          </a:prstGeom>
          <a:ln>
            <a:noFill/>
          </a:ln>
        </p:spPr>
        <p:txBody>
          <a:bodyPr anchor="ctr"/>
          <a:lstStyle>
            <a:defPPr>
              <a:defRPr lang="en-US"/>
            </a:defPPr>
            <a:lvl1pPr marL="0" algn="r" defTabSz="914400" rtl="0" eaLnBrk="1" latinLnBrk="0" hangingPunct="1">
              <a:defRPr sz="1080" b="0" i="0" kern="1200">
                <a:solidFill>
                  <a:schemeClr val="accent4">
                    <a:lumMod val="75000"/>
                  </a:schemeClr>
                </a:solidFill>
                <a:latin typeface="Helvetica" charset="0"/>
                <a:ea typeface="Roboto Light" charset="0"/>
                <a:cs typeface="Helvetic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936C95AE-7298-45E1-9514-94AFF5BED89B}" type="slidenum">
              <a:rPr lang="en-US" sz="800" b="0" i="0" kern="1200" smtClean="0">
                <a:solidFill>
                  <a:srgbClr val="FFFFFF"/>
                </a:solidFill>
                <a:latin typeface="Segoe UI" panose="020B0502040204020203" pitchFamily="34" charset="0"/>
                <a:ea typeface="Helvetica Neue Thin" panose="020B0403020202020204" pitchFamily="34" charset="0"/>
                <a:cs typeface="Segoe UI" panose="020B0502040204020203" pitchFamily="34" charset="0"/>
              </a:rPr>
            </a:fld>
            <a:endParaRPr lang="en-US" sz="800" b="0" i="0" kern="1200" dirty="0">
              <a:solidFill>
                <a:srgbClr val="FFFFFF"/>
              </a:solidFill>
              <a:latin typeface="Segoe UI" panose="020B0502040204020203" pitchFamily="34" charset="0"/>
              <a:ea typeface="Helvetica Neue Thin" panose="020B0403020202020204" pitchFamily="34" charset="0"/>
              <a:cs typeface="Segoe UI" panose="020B0502040204020203" pitchFamily="34" charset="0"/>
            </a:endParaRPr>
          </a:p>
        </p:txBody>
      </p:sp>
      <p:sp>
        <p:nvSpPr>
          <p:cNvPr id="8" name="Content Placeholder 9"/>
          <p:cNvSpPr>
            <a:spLocks noGrp="1"/>
          </p:cNvSpPr>
          <p:nvPr>
            <p:ph sz="quarter" idx="14" hasCustomPrompt="1"/>
          </p:nvPr>
        </p:nvSpPr>
        <p:spPr>
          <a:xfrm>
            <a:off x="609600" y="1509713"/>
            <a:ext cx="10515600" cy="4689475"/>
          </a:xfrm>
        </p:spPr>
        <p:txBody>
          <a:bodyPr>
            <a:normAutofit/>
          </a:bodyPr>
          <a:lstStyle>
            <a:lvl1pPr marL="228600" indent="-228600">
              <a:buClr>
                <a:schemeClr val="tx2">
                  <a:lumMod val="85000"/>
                  <a:lumOff val="15000"/>
                </a:schemeClr>
              </a:buClr>
              <a:buFont typeface="Wingdings" panose="05000000000000000000" pitchFamily="2" charset="2"/>
              <a:buChar char="§"/>
              <a:defRPr sz="1800">
                <a:solidFill>
                  <a:schemeClr val="tx1">
                    <a:lumMod val="85000"/>
                    <a:lumOff val="15000"/>
                  </a:schemeClr>
                </a:solidFill>
              </a:defRPr>
            </a:lvl1pPr>
            <a:lvl2pPr marL="685800" indent="-228600">
              <a:buClr>
                <a:srgbClr val="003399"/>
              </a:buClr>
              <a:buFont typeface="Segoe UI Light" panose="020B0502040204020203" pitchFamily="34" charset="0"/>
              <a:buChar char="—"/>
              <a:defRPr sz="1600"/>
            </a:lvl2pPr>
          </a:lstStyle>
          <a:p>
            <a:pPr lvl="0"/>
            <a:r>
              <a:rPr lang="en-US" dirty="0"/>
              <a:t>Click to add 18pt</a:t>
            </a:r>
            <a:endParaRPr lang="en-US" dirty="0"/>
          </a:p>
          <a:p>
            <a:pPr lvl="1"/>
            <a:r>
              <a:rPr lang="en-US" dirty="0"/>
              <a:t>Click to add 16pt</a:t>
            </a:r>
            <a:endParaRPr lang="en-IN" dirty="0"/>
          </a:p>
        </p:txBody>
      </p:sp>
      <p:sp>
        <p:nvSpPr>
          <p:cNvPr id="11" name="Subtitle 2"/>
          <p:cNvSpPr txBox="1"/>
          <p:nvPr userDrawn="1"/>
        </p:nvSpPr>
        <p:spPr>
          <a:xfrm>
            <a:off x="0" y="6663619"/>
            <a:ext cx="5298281" cy="203133"/>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Font typeface="Arial" panose="020B0604020202020204"/>
              <a:buNone/>
            </a:pPr>
            <a:r>
              <a:rPr lang="en-US" sz="800" dirty="0" err="1">
                <a:solidFill>
                  <a:srgbClr val="FFFFFF"/>
                </a:solidFill>
                <a:latin typeface="Segoe UI" panose="020B0502040204020203" pitchFamily="34" charset="0"/>
                <a:ea typeface="Helvetica" charset="0"/>
                <a:cs typeface="Segoe UI" panose="020B0502040204020203" pitchFamily="34" charset="0"/>
              </a:rPr>
              <a:t>Azentio.com</a:t>
            </a:r>
            <a:r>
              <a:rPr lang="en-US" sz="800" dirty="0">
                <a:solidFill>
                  <a:srgbClr val="FFFFFF"/>
                </a:solidFill>
                <a:latin typeface="Segoe UI" panose="020B0502040204020203" pitchFamily="34" charset="0"/>
                <a:ea typeface="Helvetica" charset="0"/>
                <a:cs typeface="Segoe UI" panose="020B0502040204020203" pitchFamily="34" charset="0"/>
              </a:rPr>
              <a:t> | All rights reserved. This document is proprietary and confidential.</a:t>
            </a:r>
            <a:endParaRPr lang="en-US" sz="800" dirty="0">
              <a:solidFill>
                <a:srgbClr val="FFFFFF"/>
              </a:solidFill>
              <a:latin typeface="Segoe UI" panose="020B0502040204020203" pitchFamily="34" charset="0"/>
              <a:ea typeface="Helvetica" charset="0"/>
              <a:cs typeface="Segoe UI" panose="020B0502040204020203"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Agenda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365125"/>
            <a:ext cx="9810750" cy="661933"/>
          </a:xfrm>
        </p:spPr>
        <p:txBody>
          <a:bodyPr anchor="b">
            <a:normAutofit/>
          </a:bodyPr>
          <a:lstStyle>
            <a:lvl1pPr algn="l" defTabSz="914400" rtl="0" eaLnBrk="1" latinLnBrk="0" hangingPunct="1">
              <a:lnSpc>
                <a:spcPct val="90000"/>
              </a:lnSpc>
              <a:spcBef>
                <a:spcPct val="0"/>
              </a:spcBef>
              <a:buNone/>
              <a:defRPr lang="en-IN" sz="2200" b="1" i="0" kern="1200" spc="200" baseline="0" dirty="0">
                <a:solidFill>
                  <a:srgbClr val="003399"/>
                </a:solidFill>
                <a:latin typeface="Segoe UI" panose="020B0502040204020203" pitchFamily="34" charset="0"/>
                <a:ea typeface="Roboto" panose="02000000000000000000" pitchFamily="2" charset="0"/>
                <a:cs typeface="Segoe UI" panose="020B0502040204020203" pitchFamily="34" charset="0"/>
              </a:defRPr>
            </a:lvl1pPr>
          </a:lstStyle>
          <a:p>
            <a:r>
              <a:rPr lang="en-US" dirty="0"/>
              <a:t>Click to add header 22pt</a:t>
            </a:r>
            <a:endParaRPr lang="en-IN" dirty="0"/>
          </a:p>
        </p:txBody>
      </p:sp>
      <p:pic>
        <p:nvPicPr>
          <p:cNvPr id="11" name="Picture 10"/>
          <p:cNvPicPr>
            <a:picLocks noChangeAspect="1"/>
          </p:cNvPicPr>
          <p:nvPr userDrawn="1"/>
        </p:nvPicPr>
        <p:blipFill>
          <a:blip r:embed="rId2" cstate="screen"/>
          <a:stretch>
            <a:fillRect/>
          </a:stretch>
        </p:blipFill>
        <p:spPr>
          <a:xfrm>
            <a:off x="10905543" y="167836"/>
            <a:ext cx="1040440" cy="137884"/>
          </a:xfrm>
          <a:prstGeom prst="rect">
            <a:avLst/>
          </a:prstGeom>
        </p:spPr>
      </p:pic>
      <p:sp>
        <p:nvSpPr>
          <p:cNvPr id="10" name="Text Placeholder 5"/>
          <p:cNvSpPr>
            <a:spLocks noGrp="1"/>
          </p:cNvSpPr>
          <p:nvPr>
            <p:ph type="body" sz="quarter" idx="16" hasCustomPrompt="1"/>
          </p:nvPr>
        </p:nvSpPr>
        <p:spPr>
          <a:xfrm>
            <a:off x="609600" y="1035811"/>
            <a:ext cx="9811461" cy="365760"/>
          </a:xfrm>
        </p:spPr>
        <p:txBody>
          <a:bodyPr anchor="ctr">
            <a:normAutofit/>
          </a:bodyPr>
          <a:lstStyle>
            <a:lvl1pPr marL="0" indent="0" algn="l">
              <a:buNone/>
              <a:defRPr sz="1500" b="0" i="0">
                <a:solidFill>
                  <a:schemeClr val="tx1">
                    <a:lumMod val="50000"/>
                    <a:lumOff val="50000"/>
                  </a:schemeClr>
                </a:solidFill>
                <a:latin typeface="Segoe UI" panose="020B0502040204020203" pitchFamily="34" charset="0"/>
                <a:cs typeface="Segoe UI" panose="020B0502040204020203" pitchFamily="34" charset="0"/>
              </a:defRPr>
            </a:lvl1pPr>
          </a:lstStyle>
          <a:p>
            <a:pPr lvl="0"/>
            <a:r>
              <a:rPr lang="en-US" dirty="0"/>
              <a:t>&lt;Insert Title&gt;</a:t>
            </a:r>
            <a:endParaRPr lang="en-IN" dirty="0"/>
          </a:p>
        </p:txBody>
      </p:sp>
      <p:sp>
        <p:nvSpPr>
          <p:cNvPr id="9" name="Rectangle 8"/>
          <p:cNvSpPr/>
          <p:nvPr userDrawn="1"/>
        </p:nvSpPr>
        <p:spPr>
          <a:xfrm>
            <a:off x="0" y="6654866"/>
            <a:ext cx="12192000" cy="203134"/>
          </a:xfrm>
          <a:prstGeom prst="rect">
            <a:avLst/>
          </a:prstGeom>
          <a:solidFill>
            <a:srgbClr val="D74E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egoe UI" panose="020B0502040204020203" pitchFamily="34" charset="0"/>
              <a:cs typeface="Segoe UI" panose="020B0502040204020203" pitchFamily="34" charset="0"/>
            </a:endParaRPr>
          </a:p>
        </p:txBody>
      </p:sp>
      <p:sp>
        <p:nvSpPr>
          <p:cNvPr id="17" name="Slide Number Placeholder 5"/>
          <p:cNvSpPr txBox="1"/>
          <p:nvPr userDrawn="1"/>
        </p:nvSpPr>
        <p:spPr>
          <a:xfrm>
            <a:off x="11556648" y="6608673"/>
            <a:ext cx="389335" cy="268956"/>
          </a:xfrm>
          <a:prstGeom prst="rect">
            <a:avLst/>
          </a:prstGeom>
          <a:ln>
            <a:noFill/>
          </a:ln>
        </p:spPr>
        <p:txBody>
          <a:bodyPr anchor="ctr"/>
          <a:lstStyle>
            <a:defPPr>
              <a:defRPr lang="en-US"/>
            </a:defPPr>
            <a:lvl1pPr marL="0" algn="r" defTabSz="914400" rtl="0" eaLnBrk="1" latinLnBrk="0" hangingPunct="1">
              <a:defRPr sz="1080" b="0" i="0" kern="1200">
                <a:solidFill>
                  <a:schemeClr val="accent4">
                    <a:lumMod val="75000"/>
                  </a:schemeClr>
                </a:solidFill>
                <a:latin typeface="Helvetica" charset="0"/>
                <a:ea typeface="Roboto Light" charset="0"/>
                <a:cs typeface="Helvetic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936C95AE-7298-45E1-9514-94AFF5BED89B}" type="slidenum">
              <a:rPr lang="en-US" sz="800" b="0" i="0" kern="1200" smtClean="0">
                <a:solidFill>
                  <a:srgbClr val="FFFFFF"/>
                </a:solidFill>
                <a:latin typeface="Segoe UI" panose="020B0502040204020203" pitchFamily="34" charset="0"/>
                <a:ea typeface="Helvetica Neue Thin" panose="020B0403020202020204" pitchFamily="34" charset="0"/>
                <a:cs typeface="Segoe UI" panose="020B0502040204020203" pitchFamily="34" charset="0"/>
              </a:rPr>
            </a:fld>
            <a:endParaRPr lang="en-US" sz="800" b="0" i="0" kern="1200" dirty="0">
              <a:solidFill>
                <a:srgbClr val="FFFFFF"/>
              </a:solidFill>
              <a:latin typeface="Segoe UI" panose="020B0502040204020203" pitchFamily="34" charset="0"/>
              <a:ea typeface="Helvetica Neue Thin" panose="020B0403020202020204" pitchFamily="34" charset="0"/>
              <a:cs typeface="Segoe UI" panose="020B0502040204020203" pitchFamily="34" charset="0"/>
            </a:endParaRPr>
          </a:p>
        </p:txBody>
      </p:sp>
      <p:sp>
        <p:nvSpPr>
          <p:cNvPr id="12" name="Subtitle 2"/>
          <p:cNvSpPr txBox="1"/>
          <p:nvPr userDrawn="1"/>
        </p:nvSpPr>
        <p:spPr>
          <a:xfrm>
            <a:off x="0" y="6663619"/>
            <a:ext cx="5298281" cy="203133"/>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Font typeface="Arial" panose="020B0604020202020204"/>
              <a:buNone/>
            </a:pPr>
            <a:r>
              <a:rPr lang="en-US" sz="800" dirty="0" err="1">
                <a:solidFill>
                  <a:srgbClr val="FFFFFF"/>
                </a:solidFill>
                <a:latin typeface="Segoe UI" panose="020B0502040204020203" pitchFamily="34" charset="0"/>
                <a:ea typeface="Helvetica" charset="0"/>
                <a:cs typeface="Segoe UI" panose="020B0502040204020203" pitchFamily="34" charset="0"/>
              </a:rPr>
              <a:t>Azentio.com</a:t>
            </a:r>
            <a:r>
              <a:rPr lang="en-US" sz="800" dirty="0">
                <a:solidFill>
                  <a:srgbClr val="FFFFFF"/>
                </a:solidFill>
                <a:latin typeface="Segoe UI" panose="020B0502040204020203" pitchFamily="34" charset="0"/>
                <a:ea typeface="Helvetica" charset="0"/>
                <a:cs typeface="Segoe UI" panose="020B0502040204020203" pitchFamily="34" charset="0"/>
              </a:rPr>
              <a:t> | All rights reserved. This document is proprietary and confidential.</a:t>
            </a:r>
            <a:endParaRPr lang="en-US" sz="800" dirty="0">
              <a:solidFill>
                <a:srgbClr val="FFFFFF"/>
              </a:solidFill>
              <a:latin typeface="Segoe UI" panose="020B0502040204020203" pitchFamily="34" charset="0"/>
              <a:ea typeface="Helvetica" charset="0"/>
              <a:cs typeface="Segoe UI" panose="020B0502040204020203"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Tile and conten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365125"/>
            <a:ext cx="9810750" cy="661933"/>
          </a:xfrm>
        </p:spPr>
        <p:txBody>
          <a:bodyPr anchor="b">
            <a:normAutofit/>
          </a:bodyPr>
          <a:lstStyle>
            <a:lvl1pPr>
              <a:defRPr sz="2200" b="1" i="0">
                <a:solidFill>
                  <a:srgbClr val="003399"/>
                </a:solidFill>
                <a:latin typeface="Segoe UI" panose="020B0502040204020203" pitchFamily="34" charset="0"/>
                <a:cs typeface="Segoe UI" panose="020B0502040204020203" pitchFamily="34" charset="0"/>
              </a:defRPr>
            </a:lvl1pPr>
          </a:lstStyle>
          <a:p>
            <a:r>
              <a:rPr lang="en-US" dirty="0"/>
              <a:t>Click to add header 22pt</a:t>
            </a:r>
            <a:endParaRPr lang="en-IN" dirty="0"/>
          </a:p>
        </p:txBody>
      </p:sp>
      <p:pic>
        <p:nvPicPr>
          <p:cNvPr id="12" name="Picture 11"/>
          <p:cNvPicPr>
            <a:picLocks noChangeAspect="1"/>
          </p:cNvPicPr>
          <p:nvPr userDrawn="1"/>
        </p:nvPicPr>
        <p:blipFill>
          <a:blip r:embed="rId2" cstate="screen"/>
          <a:stretch>
            <a:fillRect/>
          </a:stretch>
        </p:blipFill>
        <p:spPr>
          <a:xfrm>
            <a:off x="10905543" y="167836"/>
            <a:ext cx="1040440" cy="137884"/>
          </a:xfrm>
          <a:prstGeom prst="rect">
            <a:avLst/>
          </a:prstGeom>
        </p:spPr>
      </p:pic>
      <p:sp>
        <p:nvSpPr>
          <p:cNvPr id="8" name="Rectangle 7"/>
          <p:cNvSpPr/>
          <p:nvPr userDrawn="1"/>
        </p:nvSpPr>
        <p:spPr>
          <a:xfrm>
            <a:off x="0" y="6654866"/>
            <a:ext cx="12192000" cy="203134"/>
          </a:xfrm>
          <a:prstGeom prst="rect">
            <a:avLst/>
          </a:prstGeom>
          <a:solidFill>
            <a:srgbClr val="D74E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egoe UI" panose="020B0502040204020203" pitchFamily="34" charset="0"/>
              <a:cs typeface="Segoe UI" panose="020B0502040204020203" pitchFamily="34" charset="0"/>
            </a:endParaRPr>
          </a:p>
        </p:txBody>
      </p:sp>
      <p:sp>
        <p:nvSpPr>
          <p:cNvPr id="10" name="Slide Number Placeholder 5"/>
          <p:cNvSpPr txBox="1"/>
          <p:nvPr userDrawn="1"/>
        </p:nvSpPr>
        <p:spPr>
          <a:xfrm>
            <a:off x="11556648" y="6608673"/>
            <a:ext cx="389335" cy="268956"/>
          </a:xfrm>
          <a:prstGeom prst="rect">
            <a:avLst/>
          </a:prstGeom>
          <a:ln>
            <a:noFill/>
          </a:ln>
        </p:spPr>
        <p:txBody>
          <a:bodyPr anchor="ctr"/>
          <a:lstStyle>
            <a:defPPr>
              <a:defRPr lang="en-US"/>
            </a:defPPr>
            <a:lvl1pPr marL="0" algn="r" defTabSz="914400" rtl="0" eaLnBrk="1" latinLnBrk="0" hangingPunct="1">
              <a:defRPr sz="1080" b="0" i="0" kern="1200">
                <a:solidFill>
                  <a:schemeClr val="accent4">
                    <a:lumMod val="75000"/>
                  </a:schemeClr>
                </a:solidFill>
                <a:latin typeface="Helvetica" charset="0"/>
                <a:ea typeface="Roboto Light" charset="0"/>
                <a:cs typeface="Helvetic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936C95AE-7298-45E1-9514-94AFF5BED89B}" type="slidenum">
              <a:rPr lang="en-US" sz="800" b="0" i="0" kern="1200" smtClean="0">
                <a:solidFill>
                  <a:srgbClr val="FFFFFF"/>
                </a:solidFill>
                <a:latin typeface="Segoe UI" panose="020B0502040204020203" pitchFamily="34" charset="0"/>
                <a:ea typeface="Helvetica Neue Thin" panose="020B0403020202020204" pitchFamily="34" charset="0"/>
                <a:cs typeface="Segoe UI" panose="020B0502040204020203" pitchFamily="34" charset="0"/>
              </a:rPr>
            </a:fld>
            <a:endParaRPr lang="en-US" sz="800" b="0" i="0" kern="1200" dirty="0">
              <a:solidFill>
                <a:srgbClr val="FFFFFF"/>
              </a:solidFill>
              <a:latin typeface="Segoe UI" panose="020B0502040204020203" pitchFamily="34" charset="0"/>
              <a:ea typeface="Helvetica Neue Thin" panose="020B0403020202020204" pitchFamily="34" charset="0"/>
              <a:cs typeface="Segoe UI" panose="020B0502040204020203" pitchFamily="34" charset="0"/>
            </a:endParaRPr>
          </a:p>
        </p:txBody>
      </p:sp>
      <p:sp>
        <p:nvSpPr>
          <p:cNvPr id="7" name="Subtitle 2"/>
          <p:cNvSpPr txBox="1"/>
          <p:nvPr userDrawn="1"/>
        </p:nvSpPr>
        <p:spPr>
          <a:xfrm>
            <a:off x="0" y="6663619"/>
            <a:ext cx="5298281" cy="203133"/>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Font typeface="Arial" panose="020B0604020202020204"/>
              <a:buNone/>
            </a:pPr>
            <a:r>
              <a:rPr lang="en-US" sz="800" dirty="0" err="1">
                <a:solidFill>
                  <a:srgbClr val="FFFFFF"/>
                </a:solidFill>
                <a:latin typeface="Segoe UI" panose="020B0502040204020203" pitchFamily="34" charset="0"/>
                <a:ea typeface="Helvetica" charset="0"/>
                <a:cs typeface="Segoe UI" panose="020B0502040204020203" pitchFamily="34" charset="0"/>
              </a:rPr>
              <a:t>Azentio.com</a:t>
            </a:r>
            <a:r>
              <a:rPr lang="en-US" sz="800" dirty="0">
                <a:solidFill>
                  <a:srgbClr val="FFFFFF"/>
                </a:solidFill>
                <a:latin typeface="Segoe UI" panose="020B0502040204020203" pitchFamily="34" charset="0"/>
                <a:ea typeface="Helvetica" charset="0"/>
                <a:cs typeface="Segoe UI" panose="020B0502040204020203" pitchFamily="34" charset="0"/>
              </a:rPr>
              <a:t> | All rights reserved. This document is proprietary and confidential.</a:t>
            </a:r>
            <a:endParaRPr lang="en-US" sz="800" dirty="0">
              <a:solidFill>
                <a:srgbClr val="FFFFFF"/>
              </a:solidFill>
              <a:latin typeface="Segoe UI" panose="020B0502040204020203" pitchFamily="34" charset="0"/>
              <a:ea typeface="Helvetica" charset="0"/>
              <a:cs typeface="Segoe UI" panose="020B0502040204020203"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10" name="Content Placeholder 9"/>
          <p:cNvSpPr>
            <a:spLocks noGrp="1"/>
          </p:cNvSpPr>
          <p:nvPr>
            <p:ph sz="quarter" idx="14" hasCustomPrompt="1"/>
          </p:nvPr>
        </p:nvSpPr>
        <p:spPr>
          <a:xfrm>
            <a:off x="609600" y="1563334"/>
            <a:ext cx="7221583" cy="800350"/>
          </a:xfrm>
        </p:spPr>
        <p:txBody>
          <a:bodyPr>
            <a:normAutofit/>
          </a:bodyPr>
          <a:lstStyle>
            <a:lvl1pPr>
              <a:defRPr lang="en-IN" sz="1600" b="0" i="0" kern="1200" dirty="0">
                <a:solidFill>
                  <a:schemeClr val="tx1">
                    <a:lumMod val="85000"/>
                    <a:lumOff val="15000"/>
                  </a:schemeClr>
                </a:solidFill>
                <a:latin typeface="Segoe UI" panose="020B0502040204020203" pitchFamily="34" charset="0"/>
                <a:ea typeface="Roboto" panose="02000000000000000000" pitchFamily="2" charset="0"/>
                <a:cs typeface="Segoe UI" panose="020B0502040204020203" pitchFamily="34" charset="0"/>
              </a:defRPr>
            </a:lvl1pPr>
          </a:lstStyle>
          <a:p>
            <a:pPr lvl="0"/>
            <a:r>
              <a:rPr lang="en-US" dirty="0"/>
              <a:t>Click to add brief summary 16pt</a:t>
            </a:r>
            <a:endParaRPr lang="en-IN" dirty="0"/>
          </a:p>
        </p:txBody>
      </p:sp>
      <p:sp>
        <p:nvSpPr>
          <p:cNvPr id="2" name="Title 1"/>
          <p:cNvSpPr>
            <a:spLocks noGrp="1"/>
          </p:cNvSpPr>
          <p:nvPr>
            <p:ph type="title" hasCustomPrompt="1"/>
          </p:nvPr>
        </p:nvSpPr>
        <p:spPr>
          <a:xfrm>
            <a:off x="609600" y="365125"/>
            <a:ext cx="7221583" cy="661933"/>
          </a:xfrm>
        </p:spPr>
        <p:txBody>
          <a:bodyPr anchor="b">
            <a:normAutofit/>
          </a:bodyPr>
          <a:lstStyle>
            <a:lvl1pPr>
              <a:defRPr sz="2200">
                <a:solidFill>
                  <a:srgbClr val="003399"/>
                </a:solidFill>
              </a:defRPr>
            </a:lvl1pPr>
          </a:lstStyle>
          <a:p>
            <a:r>
              <a:rPr lang="en-US" dirty="0"/>
              <a:t>Click to add header 22pt</a:t>
            </a:r>
            <a:endParaRPr lang="en-IN" dirty="0"/>
          </a:p>
        </p:txBody>
      </p:sp>
      <p:sp>
        <p:nvSpPr>
          <p:cNvPr id="4" name="Text Placeholder 3"/>
          <p:cNvSpPr>
            <a:spLocks noGrp="1"/>
          </p:cNvSpPr>
          <p:nvPr>
            <p:ph type="body" sz="quarter" idx="15" hasCustomPrompt="1"/>
          </p:nvPr>
        </p:nvSpPr>
        <p:spPr>
          <a:xfrm>
            <a:off x="1336973" y="3092631"/>
            <a:ext cx="618331" cy="672737"/>
          </a:xfrm>
        </p:spPr>
        <p:txBody>
          <a:bodyPr anchor="ctr">
            <a:normAutofit/>
          </a:bodyPr>
          <a:lstStyle>
            <a:lvl1pPr marL="0" indent="0" algn="ctr">
              <a:buNone/>
              <a:defRPr sz="3200" b="0">
                <a:solidFill>
                  <a:schemeClr val="bg2">
                    <a:lumMod val="10000"/>
                  </a:schemeClr>
                </a:solidFill>
                <a:latin typeface="+mj-lt"/>
              </a:defRPr>
            </a:lvl1pPr>
          </a:lstStyle>
          <a:p>
            <a:pPr lvl="0"/>
            <a:r>
              <a:rPr lang="en-US" dirty="0"/>
              <a:t>#</a:t>
            </a:r>
            <a:endParaRPr lang="en-IN" dirty="0"/>
          </a:p>
        </p:txBody>
      </p:sp>
      <p:sp>
        <p:nvSpPr>
          <p:cNvPr id="7" name="Content Placeholder 6"/>
          <p:cNvSpPr>
            <a:spLocks noGrp="1"/>
          </p:cNvSpPr>
          <p:nvPr>
            <p:ph sz="quarter" idx="19" hasCustomPrompt="1"/>
          </p:nvPr>
        </p:nvSpPr>
        <p:spPr>
          <a:xfrm>
            <a:off x="838200" y="4235361"/>
            <a:ext cx="1735138" cy="1883229"/>
          </a:xfrm>
        </p:spPr>
        <p:txBody>
          <a:bodyPr>
            <a:normAutofit/>
          </a:bodyPr>
          <a:lstStyle>
            <a:lvl1pPr>
              <a:defRPr sz="1200">
                <a:solidFill>
                  <a:schemeClr val="bg2">
                    <a:lumMod val="10000"/>
                  </a:schemeClr>
                </a:solidFill>
              </a:defRPr>
            </a:lvl1pPr>
          </a:lstStyle>
          <a:p>
            <a:pPr lvl="0"/>
            <a:r>
              <a:rPr lang="en-US" dirty="0"/>
              <a:t>Click to add text 12pt</a:t>
            </a:r>
            <a:endParaRPr lang="en-IN" dirty="0"/>
          </a:p>
        </p:txBody>
      </p:sp>
      <p:sp>
        <p:nvSpPr>
          <p:cNvPr id="21" name="Text Placeholder 3"/>
          <p:cNvSpPr>
            <a:spLocks noGrp="1"/>
          </p:cNvSpPr>
          <p:nvPr>
            <p:ph type="body" sz="quarter" idx="20" hasCustomPrompt="1"/>
          </p:nvPr>
        </p:nvSpPr>
        <p:spPr>
          <a:xfrm>
            <a:off x="4080195" y="3092631"/>
            <a:ext cx="618331" cy="672737"/>
          </a:xfrm>
        </p:spPr>
        <p:txBody>
          <a:bodyPr anchor="ctr">
            <a:normAutofit/>
          </a:bodyPr>
          <a:lstStyle>
            <a:lvl1pPr marL="0" indent="0" algn="ctr">
              <a:buNone/>
              <a:defRPr sz="3200" b="0">
                <a:solidFill>
                  <a:schemeClr val="bg2">
                    <a:lumMod val="10000"/>
                  </a:schemeClr>
                </a:solidFill>
                <a:latin typeface="+mj-lt"/>
              </a:defRPr>
            </a:lvl1pPr>
          </a:lstStyle>
          <a:p>
            <a:pPr lvl="0"/>
            <a:r>
              <a:rPr lang="en-US" dirty="0"/>
              <a:t>#</a:t>
            </a:r>
            <a:endParaRPr lang="en-IN" dirty="0"/>
          </a:p>
        </p:txBody>
      </p:sp>
      <p:sp>
        <p:nvSpPr>
          <p:cNvPr id="22" name="Content Placeholder 6"/>
          <p:cNvSpPr>
            <a:spLocks noGrp="1"/>
          </p:cNvSpPr>
          <p:nvPr>
            <p:ph sz="quarter" idx="21" hasCustomPrompt="1"/>
          </p:nvPr>
        </p:nvSpPr>
        <p:spPr>
          <a:xfrm>
            <a:off x="3581422" y="4235361"/>
            <a:ext cx="1735138" cy="1883229"/>
          </a:xfrm>
        </p:spPr>
        <p:txBody>
          <a:bodyPr>
            <a:normAutofit/>
          </a:bodyPr>
          <a:lstStyle>
            <a:lvl1pPr>
              <a:defRPr sz="1200">
                <a:solidFill>
                  <a:schemeClr val="bg2">
                    <a:lumMod val="10000"/>
                  </a:schemeClr>
                </a:solidFill>
              </a:defRPr>
            </a:lvl1pPr>
          </a:lstStyle>
          <a:p>
            <a:pPr lvl="0"/>
            <a:r>
              <a:rPr lang="en-US" dirty="0"/>
              <a:t>Click to add text 12pt</a:t>
            </a:r>
            <a:endParaRPr lang="en-IN" dirty="0"/>
          </a:p>
        </p:txBody>
      </p:sp>
      <p:sp>
        <p:nvSpPr>
          <p:cNvPr id="25" name="Text Placeholder 3"/>
          <p:cNvSpPr>
            <a:spLocks noGrp="1"/>
          </p:cNvSpPr>
          <p:nvPr>
            <p:ph type="body" sz="quarter" idx="24" hasCustomPrompt="1"/>
          </p:nvPr>
        </p:nvSpPr>
        <p:spPr>
          <a:xfrm>
            <a:off x="6823418" y="3092631"/>
            <a:ext cx="618331" cy="672737"/>
          </a:xfrm>
        </p:spPr>
        <p:txBody>
          <a:bodyPr anchor="ctr">
            <a:normAutofit/>
          </a:bodyPr>
          <a:lstStyle>
            <a:lvl1pPr marL="0" indent="0" algn="ctr">
              <a:buNone/>
              <a:defRPr sz="3200" b="0">
                <a:solidFill>
                  <a:schemeClr val="bg2">
                    <a:lumMod val="10000"/>
                  </a:schemeClr>
                </a:solidFill>
                <a:latin typeface="+mj-lt"/>
              </a:defRPr>
            </a:lvl1pPr>
          </a:lstStyle>
          <a:p>
            <a:pPr lvl="0"/>
            <a:r>
              <a:rPr lang="en-US" dirty="0"/>
              <a:t>#</a:t>
            </a:r>
            <a:endParaRPr lang="en-IN" dirty="0"/>
          </a:p>
        </p:txBody>
      </p:sp>
      <p:sp>
        <p:nvSpPr>
          <p:cNvPr id="26" name="Content Placeholder 6"/>
          <p:cNvSpPr>
            <a:spLocks noGrp="1"/>
          </p:cNvSpPr>
          <p:nvPr>
            <p:ph sz="quarter" idx="25" hasCustomPrompt="1"/>
          </p:nvPr>
        </p:nvSpPr>
        <p:spPr>
          <a:xfrm>
            <a:off x="6324645" y="4235361"/>
            <a:ext cx="1735138" cy="1883229"/>
          </a:xfrm>
        </p:spPr>
        <p:txBody>
          <a:bodyPr>
            <a:normAutofit/>
          </a:bodyPr>
          <a:lstStyle>
            <a:lvl1pPr>
              <a:defRPr sz="1200">
                <a:solidFill>
                  <a:schemeClr val="bg2">
                    <a:lumMod val="10000"/>
                  </a:schemeClr>
                </a:solidFill>
              </a:defRPr>
            </a:lvl1pPr>
          </a:lstStyle>
          <a:p>
            <a:pPr lvl="0"/>
            <a:r>
              <a:rPr lang="en-US" dirty="0"/>
              <a:t>Click to add text 12pt</a:t>
            </a:r>
            <a:endParaRPr lang="en-IN" dirty="0"/>
          </a:p>
        </p:txBody>
      </p:sp>
      <p:sp>
        <p:nvSpPr>
          <p:cNvPr id="28" name="Text Placeholder 27"/>
          <p:cNvSpPr>
            <a:spLocks noGrp="1"/>
          </p:cNvSpPr>
          <p:nvPr>
            <p:ph type="body" sz="quarter" idx="26" hasCustomPrompt="1"/>
          </p:nvPr>
        </p:nvSpPr>
        <p:spPr>
          <a:xfrm>
            <a:off x="8610600" y="1530260"/>
            <a:ext cx="2743200" cy="4608512"/>
          </a:xfrm>
        </p:spPr>
        <p:txBody>
          <a:bodyPr>
            <a:normAutofit/>
          </a:bodyPr>
          <a:lstStyle>
            <a:lvl1pPr>
              <a:defRPr sz="1400">
                <a:solidFill>
                  <a:srgbClr val="003399"/>
                </a:solidFill>
              </a:defRPr>
            </a:lvl1pPr>
          </a:lstStyle>
          <a:p>
            <a:pPr lvl="0"/>
            <a:r>
              <a:rPr lang="en-US" dirty="0"/>
              <a:t>Insert key points </a:t>
            </a:r>
            <a:endParaRPr lang="en-IN" dirty="0"/>
          </a:p>
        </p:txBody>
      </p:sp>
      <p:pic>
        <p:nvPicPr>
          <p:cNvPr id="18" name="Picture 17"/>
          <p:cNvPicPr>
            <a:picLocks noChangeAspect="1"/>
          </p:cNvPicPr>
          <p:nvPr userDrawn="1"/>
        </p:nvPicPr>
        <p:blipFill>
          <a:blip r:embed="rId2" cstate="screen"/>
          <a:stretch>
            <a:fillRect/>
          </a:stretch>
        </p:blipFill>
        <p:spPr>
          <a:xfrm>
            <a:off x="10905543" y="167836"/>
            <a:ext cx="1040440" cy="137884"/>
          </a:xfrm>
          <a:prstGeom prst="rect">
            <a:avLst/>
          </a:prstGeom>
        </p:spPr>
      </p:pic>
      <p:sp>
        <p:nvSpPr>
          <p:cNvPr id="27" name="Rectangle 26"/>
          <p:cNvSpPr/>
          <p:nvPr userDrawn="1"/>
        </p:nvSpPr>
        <p:spPr>
          <a:xfrm>
            <a:off x="0" y="6654866"/>
            <a:ext cx="12192000" cy="203134"/>
          </a:xfrm>
          <a:prstGeom prst="rect">
            <a:avLst/>
          </a:prstGeom>
          <a:solidFill>
            <a:srgbClr val="D74E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egoe UI" panose="020B0502040204020203" pitchFamily="34" charset="0"/>
              <a:cs typeface="Segoe UI" panose="020B0502040204020203" pitchFamily="34" charset="0"/>
            </a:endParaRPr>
          </a:p>
        </p:txBody>
      </p:sp>
      <p:sp>
        <p:nvSpPr>
          <p:cNvPr id="30" name="Slide Number Placeholder 5"/>
          <p:cNvSpPr txBox="1"/>
          <p:nvPr userDrawn="1"/>
        </p:nvSpPr>
        <p:spPr>
          <a:xfrm>
            <a:off x="11556648" y="6608673"/>
            <a:ext cx="389335" cy="268956"/>
          </a:xfrm>
          <a:prstGeom prst="rect">
            <a:avLst/>
          </a:prstGeom>
          <a:ln>
            <a:noFill/>
          </a:ln>
        </p:spPr>
        <p:txBody>
          <a:bodyPr anchor="ctr"/>
          <a:lstStyle>
            <a:defPPr>
              <a:defRPr lang="en-US"/>
            </a:defPPr>
            <a:lvl1pPr marL="0" algn="r" defTabSz="914400" rtl="0" eaLnBrk="1" latinLnBrk="0" hangingPunct="1">
              <a:defRPr sz="1080" b="0" i="0" kern="1200">
                <a:solidFill>
                  <a:schemeClr val="accent4">
                    <a:lumMod val="75000"/>
                  </a:schemeClr>
                </a:solidFill>
                <a:latin typeface="Helvetica" charset="0"/>
                <a:ea typeface="Roboto Light" charset="0"/>
                <a:cs typeface="Helvetic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936C95AE-7298-45E1-9514-94AFF5BED89B}" type="slidenum">
              <a:rPr lang="en-US" sz="800" b="0" i="0" kern="1200" smtClean="0">
                <a:solidFill>
                  <a:srgbClr val="FFFFFF"/>
                </a:solidFill>
                <a:latin typeface="Segoe UI" panose="020B0502040204020203" pitchFamily="34" charset="0"/>
                <a:ea typeface="Helvetica Neue Thin" panose="020B0403020202020204" pitchFamily="34" charset="0"/>
                <a:cs typeface="Segoe UI" panose="020B0502040204020203" pitchFamily="34" charset="0"/>
              </a:rPr>
            </a:fld>
            <a:endParaRPr lang="en-US" sz="800" b="0" i="0" kern="1200" dirty="0">
              <a:solidFill>
                <a:srgbClr val="FFFFFF"/>
              </a:solidFill>
              <a:latin typeface="Segoe UI" panose="020B0502040204020203" pitchFamily="34" charset="0"/>
              <a:ea typeface="Helvetica Neue Thin" panose="020B0403020202020204" pitchFamily="34" charset="0"/>
              <a:cs typeface="Segoe UI" panose="020B0502040204020203" pitchFamily="34" charset="0"/>
            </a:endParaRPr>
          </a:p>
        </p:txBody>
      </p:sp>
      <p:sp>
        <p:nvSpPr>
          <p:cNvPr id="16" name="Subtitle 2"/>
          <p:cNvSpPr txBox="1"/>
          <p:nvPr userDrawn="1"/>
        </p:nvSpPr>
        <p:spPr>
          <a:xfrm>
            <a:off x="0" y="6663619"/>
            <a:ext cx="5298281" cy="203133"/>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Font typeface="Arial" panose="020B0604020202020204"/>
              <a:buNone/>
            </a:pPr>
            <a:r>
              <a:rPr lang="en-US" sz="800" dirty="0" err="1">
                <a:solidFill>
                  <a:srgbClr val="FFFFFF"/>
                </a:solidFill>
                <a:latin typeface="Segoe UI" panose="020B0502040204020203" pitchFamily="34" charset="0"/>
                <a:ea typeface="Helvetica" charset="0"/>
                <a:cs typeface="Segoe UI" panose="020B0502040204020203" pitchFamily="34" charset="0"/>
              </a:rPr>
              <a:t>Azentio.com</a:t>
            </a:r>
            <a:r>
              <a:rPr lang="en-US" sz="800" dirty="0">
                <a:solidFill>
                  <a:srgbClr val="FFFFFF"/>
                </a:solidFill>
                <a:latin typeface="Segoe UI" panose="020B0502040204020203" pitchFamily="34" charset="0"/>
                <a:ea typeface="Helvetica" charset="0"/>
                <a:cs typeface="Segoe UI" panose="020B0502040204020203" pitchFamily="34" charset="0"/>
              </a:rPr>
              <a:t> | All rights reserved. This document is proprietary and confidential.</a:t>
            </a:r>
            <a:endParaRPr lang="en-US" sz="800" dirty="0">
              <a:solidFill>
                <a:srgbClr val="FFFFFF"/>
              </a:solidFill>
              <a:latin typeface="Segoe UI" panose="020B0502040204020203" pitchFamily="34" charset="0"/>
              <a:ea typeface="Helvetica" charset="0"/>
              <a:cs typeface="Segoe UI" panose="020B0502040204020203"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8_Visual and content slide">
    <p:spTree>
      <p:nvGrpSpPr>
        <p:cNvPr id="1" name=""/>
        <p:cNvGrpSpPr/>
        <p:nvPr/>
      </p:nvGrpSpPr>
      <p:grpSpPr>
        <a:xfrm>
          <a:off x="0" y="0"/>
          <a:ext cx="0" cy="0"/>
          <a:chOff x="0" y="0"/>
          <a:chExt cx="0" cy="0"/>
        </a:xfrm>
      </p:grpSpPr>
      <p:sp>
        <p:nvSpPr>
          <p:cNvPr id="5" name="Content Placeholder 4"/>
          <p:cNvSpPr>
            <a:spLocks noGrp="1"/>
          </p:cNvSpPr>
          <p:nvPr>
            <p:ph sz="quarter" idx="16" hasCustomPrompt="1"/>
          </p:nvPr>
        </p:nvSpPr>
        <p:spPr>
          <a:xfrm>
            <a:off x="0" y="0"/>
            <a:ext cx="6080125" cy="6635237"/>
          </a:xfrm>
        </p:spPr>
        <p:txBody>
          <a:bodyPr/>
          <a:lstStyle>
            <a:lvl1pPr marL="0" indent="0">
              <a:buNone/>
              <a:defRPr/>
            </a:lvl1pPr>
          </a:lstStyle>
          <a:p>
            <a:pPr lvl="0"/>
            <a:r>
              <a:rPr lang="en-US" dirty="0"/>
              <a:t>Click to add</a:t>
            </a:r>
            <a:endParaRPr lang="en-IN" dirty="0"/>
          </a:p>
        </p:txBody>
      </p:sp>
      <p:sp>
        <p:nvSpPr>
          <p:cNvPr id="2" name="Title 1"/>
          <p:cNvSpPr>
            <a:spLocks noGrp="1"/>
          </p:cNvSpPr>
          <p:nvPr>
            <p:ph type="title" hasCustomPrompt="1"/>
          </p:nvPr>
        </p:nvSpPr>
        <p:spPr>
          <a:xfrm>
            <a:off x="6212793" y="470051"/>
            <a:ext cx="4748462" cy="661933"/>
          </a:xfrm>
        </p:spPr>
        <p:txBody>
          <a:bodyPr anchor="b">
            <a:normAutofit/>
          </a:bodyPr>
          <a:lstStyle>
            <a:lvl1pPr algn="l">
              <a:defRPr sz="2200">
                <a:solidFill>
                  <a:srgbClr val="003399"/>
                </a:solidFill>
              </a:defRPr>
            </a:lvl1pPr>
          </a:lstStyle>
          <a:p>
            <a:r>
              <a:rPr lang="en-US" dirty="0"/>
              <a:t>Click to add header 22pt</a:t>
            </a:r>
            <a:endParaRPr lang="en-IN" dirty="0"/>
          </a:p>
        </p:txBody>
      </p:sp>
      <p:sp>
        <p:nvSpPr>
          <p:cNvPr id="9" name="Content Placeholder 2"/>
          <p:cNvSpPr>
            <a:spLocks noGrp="1"/>
          </p:cNvSpPr>
          <p:nvPr>
            <p:ph sz="half" idx="15" hasCustomPrompt="1"/>
          </p:nvPr>
        </p:nvSpPr>
        <p:spPr>
          <a:xfrm>
            <a:off x="6197255" y="1897405"/>
            <a:ext cx="5242262" cy="3348197"/>
          </a:xfrm>
        </p:spPr>
        <p:txBody>
          <a:bodyPr>
            <a:normAutofit/>
          </a:bodyPr>
          <a:lstStyle>
            <a:lvl1pPr>
              <a:defRPr lang="en-IN" sz="1600" b="0" i="0" kern="1200" dirty="0">
                <a:solidFill>
                  <a:schemeClr val="tx1">
                    <a:lumMod val="85000"/>
                    <a:lumOff val="15000"/>
                  </a:schemeClr>
                </a:solidFill>
                <a:latin typeface="Segoe UI" panose="020B0502040204020203" pitchFamily="34" charset="0"/>
                <a:ea typeface="Roboto" panose="02000000000000000000" pitchFamily="2" charset="0"/>
                <a:cs typeface="Segoe UI" panose="020B0502040204020203" pitchFamily="34" charset="0"/>
              </a:defRPr>
            </a:lvl1pPr>
          </a:lstStyle>
          <a:p>
            <a:pPr lvl="0"/>
            <a:r>
              <a:rPr lang="en-US" dirty="0"/>
              <a:t>Click to add text 16pt</a:t>
            </a:r>
            <a:endParaRPr lang="en-IN" dirty="0"/>
          </a:p>
        </p:txBody>
      </p:sp>
      <p:pic>
        <p:nvPicPr>
          <p:cNvPr id="13" name="Picture 12"/>
          <p:cNvPicPr>
            <a:picLocks noChangeAspect="1"/>
          </p:cNvPicPr>
          <p:nvPr userDrawn="1"/>
        </p:nvPicPr>
        <p:blipFill>
          <a:blip r:embed="rId2" cstate="screen"/>
          <a:stretch>
            <a:fillRect/>
          </a:stretch>
        </p:blipFill>
        <p:spPr>
          <a:xfrm>
            <a:off x="10905543" y="167836"/>
            <a:ext cx="1040440" cy="137884"/>
          </a:xfrm>
          <a:prstGeom prst="rect">
            <a:avLst/>
          </a:prstGeom>
        </p:spPr>
      </p:pic>
      <p:sp>
        <p:nvSpPr>
          <p:cNvPr id="10" name="Rectangle 9"/>
          <p:cNvSpPr/>
          <p:nvPr userDrawn="1"/>
        </p:nvSpPr>
        <p:spPr>
          <a:xfrm>
            <a:off x="0" y="6654866"/>
            <a:ext cx="12192000" cy="203134"/>
          </a:xfrm>
          <a:prstGeom prst="rect">
            <a:avLst/>
          </a:prstGeom>
          <a:solidFill>
            <a:srgbClr val="D74E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egoe UI" panose="020B0502040204020203" pitchFamily="34" charset="0"/>
              <a:cs typeface="Segoe UI" panose="020B0502040204020203" pitchFamily="34" charset="0"/>
            </a:endParaRPr>
          </a:p>
        </p:txBody>
      </p:sp>
      <p:sp>
        <p:nvSpPr>
          <p:cNvPr id="12" name="Slide Number Placeholder 5"/>
          <p:cNvSpPr txBox="1"/>
          <p:nvPr userDrawn="1"/>
        </p:nvSpPr>
        <p:spPr>
          <a:xfrm>
            <a:off x="11556648" y="6608673"/>
            <a:ext cx="389335" cy="268956"/>
          </a:xfrm>
          <a:prstGeom prst="rect">
            <a:avLst/>
          </a:prstGeom>
          <a:ln>
            <a:noFill/>
          </a:ln>
        </p:spPr>
        <p:txBody>
          <a:bodyPr anchor="ctr"/>
          <a:lstStyle>
            <a:defPPr>
              <a:defRPr lang="en-US"/>
            </a:defPPr>
            <a:lvl1pPr marL="0" algn="r" defTabSz="914400" rtl="0" eaLnBrk="1" latinLnBrk="0" hangingPunct="1">
              <a:defRPr sz="1080" b="0" i="0" kern="1200">
                <a:solidFill>
                  <a:schemeClr val="accent4">
                    <a:lumMod val="75000"/>
                  </a:schemeClr>
                </a:solidFill>
                <a:latin typeface="Helvetica" charset="0"/>
                <a:ea typeface="Roboto Light" charset="0"/>
                <a:cs typeface="Helvetic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936C95AE-7298-45E1-9514-94AFF5BED89B}" type="slidenum">
              <a:rPr lang="en-US" sz="800" b="0" i="0" kern="1200" smtClean="0">
                <a:solidFill>
                  <a:srgbClr val="FFFFFF"/>
                </a:solidFill>
                <a:latin typeface="Segoe UI" panose="020B0502040204020203" pitchFamily="34" charset="0"/>
                <a:ea typeface="Helvetica Neue Thin" panose="020B0403020202020204" pitchFamily="34" charset="0"/>
                <a:cs typeface="Segoe UI" panose="020B0502040204020203" pitchFamily="34" charset="0"/>
              </a:rPr>
            </a:fld>
            <a:endParaRPr lang="en-US" sz="800" b="0" i="0" kern="1200" dirty="0">
              <a:solidFill>
                <a:srgbClr val="FFFFFF"/>
              </a:solidFill>
              <a:latin typeface="Segoe UI" panose="020B0502040204020203" pitchFamily="34" charset="0"/>
              <a:ea typeface="Helvetica Neue Thin" panose="020B0403020202020204" pitchFamily="34" charset="0"/>
              <a:cs typeface="Segoe UI" panose="020B0502040204020203" pitchFamily="34" charset="0"/>
            </a:endParaRPr>
          </a:p>
        </p:txBody>
      </p:sp>
      <p:sp>
        <p:nvSpPr>
          <p:cNvPr id="11" name="Subtitle 2"/>
          <p:cNvSpPr txBox="1"/>
          <p:nvPr userDrawn="1"/>
        </p:nvSpPr>
        <p:spPr>
          <a:xfrm>
            <a:off x="0" y="6663619"/>
            <a:ext cx="5298281" cy="203133"/>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Font typeface="Arial" panose="020B0604020202020204"/>
              <a:buNone/>
            </a:pPr>
            <a:r>
              <a:rPr lang="en-US" sz="800" dirty="0" err="1">
                <a:solidFill>
                  <a:srgbClr val="FFFFFF"/>
                </a:solidFill>
                <a:latin typeface="Segoe UI" panose="020B0502040204020203" pitchFamily="34" charset="0"/>
                <a:ea typeface="Helvetica" charset="0"/>
                <a:cs typeface="Segoe UI" panose="020B0502040204020203" pitchFamily="34" charset="0"/>
              </a:rPr>
              <a:t>Azentio.com</a:t>
            </a:r>
            <a:r>
              <a:rPr lang="en-US" sz="800" dirty="0">
                <a:solidFill>
                  <a:srgbClr val="FFFFFF"/>
                </a:solidFill>
                <a:latin typeface="Segoe UI" panose="020B0502040204020203" pitchFamily="34" charset="0"/>
                <a:ea typeface="Helvetica" charset="0"/>
                <a:cs typeface="Segoe UI" panose="020B0502040204020203" pitchFamily="34" charset="0"/>
              </a:rPr>
              <a:t> | All rights reserved. This document is proprietary and confidential.</a:t>
            </a:r>
            <a:endParaRPr lang="en-US" sz="800" dirty="0">
              <a:solidFill>
                <a:srgbClr val="FFFFFF"/>
              </a:solidFill>
              <a:latin typeface="Segoe UI" panose="020B0502040204020203" pitchFamily="34" charset="0"/>
              <a:ea typeface="Helvetica" charset="0"/>
              <a:cs typeface="Segoe UI" panose="020B0502040204020203"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9_Multiple visual and content slide">
    <p:spTree>
      <p:nvGrpSpPr>
        <p:cNvPr id="1" name=""/>
        <p:cNvGrpSpPr/>
        <p:nvPr/>
      </p:nvGrpSpPr>
      <p:grpSpPr>
        <a:xfrm>
          <a:off x="0" y="0"/>
          <a:ext cx="0" cy="0"/>
          <a:chOff x="0" y="0"/>
          <a:chExt cx="0" cy="0"/>
        </a:xfrm>
      </p:grpSpPr>
      <p:sp>
        <p:nvSpPr>
          <p:cNvPr id="16" name="Content Placeholder 2"/>
          <p:cNvSpPr>
            <a:spLocks noGrp="1"/>
          </p:cNvSpPr>
          <p:nvPr>
            <p:ph sz="half" idx="1" hasCustomPrompt="1"/>
          </p:nvPr>
        </p:nvSpPr>
        <p:spPr>
          <a:xfrm>
            <a:off x="8662491" y="3511346"/>
            <a:ext cx="2743200" cy="2078409"/>
          </a:xfrm>
        </p:spPr>
        <p:txBody>
          <a:bodyPr>
            <a:normAutofit/>
          </a:bodyPr>
          <a:lstStyle>
            <a:lvl1pPr>
              <a:defRPr sz="1600">
                <a:solidFill>
                  <a:schemeClr val="tx1">
                    <a:lumMod val="85000"/>
                    <a:lumOff val="15000"/>
                  </a:schemeClr>
                </a:solidFill>
              </a:defRPr>
            </a:lvl1pPr>
          </a:lstStyle>
          <a:p>
            <a:pPr lvl="0"/>
            <a:r>
              <a:rPr lang="en-US" dirty="0"/>
              <a:t>Click to add text 16pt</a:t>
            </a:r>
            <a:endParaRPr lang="en-IN" dirty="0"/>
          </a:p>
        </p:txBody>
      </p:sp>
      <p:sp>
        <p:nvSpPr>
          <p:cNvPr id="20" name="Title 1"/>
          <p:cNvSpPr>
            <a:spLocks noGrp="1"/>
          </p:cNvSpPr>
          <p:nvPr>
            <p:ph type="title" hasCustomPrompt="1"/>
          </p:nvPr>
        </p:nvSpPr>
        <p:spPr>
          <a:xfrm>
            <a:off x="8662491" y="2203320"/>
            <a:ext cx="2743200" cy="1143335"/>
          </a:xfrm>
        </p:spPr>
        <p:txBody>
          <a:bodyPr>
            <a:normAutofit/>
          </a:bodyPr>
          <a:lstStyle>
            <a:lvl1pPr algn="l">
              <a:defRPr sz="2200">
                <a:solidFill>
                  <a:srgbClr val="003399"/>
                </a:solidFill>
              </a:defRPr>
            </a:lvl1pPr>
          </a:lstStyle>
          <a:p>
            <a:r>
              <a:rPr lang="en-US" dirty="0"/>
              <a:t>Click to add header 22pt</a:t>
            </a:r>
            <a:endParaRPr lang="en-IN" dirty="0"/>
          </a:p>
        </p:txBody>
      </p:sp>
      <p:sp>
        <p:nvSpPr>
          <p:cNvPr id="25" name="Picture Placeholder 7"/>
          <p:cNvSpPr>
            <a:spLocks noGrp="1"/>
          </p:cNvSpPr>
          <p:nvPr>
            <p:ph type="pic" sz="quarter" idx="14" hasCustomPrompt="1"/>
          </p:nvPr>
        </p:nvSpPr>
        <p:spPr>
          <a:xfrm>
            <a:off x="-21869" y="0"/>
            <a:ext cx="4075906" cy="3312000"/>
          </a:xfrm>
        </p:spPr>
        <p:txBody>
          <a:bodyPr>
            <a:normAutofit/>
          </a:bodyPr>
          <a:lstStyle>
            <a:lvl1pPr marL="0" indent="0">
              <a:buNone/>
              <a:defRPr sz="1200">
                <a:solidFill>
                  <a:schemeClr val="bg1"/>
                </a:solidFill>
              </a:defRPr>
            </a:lvl1pPr>
          </a:lstStyle>
          <a:p>
            <a:r>
              <a:rPr lang="en-US" dirty="0"/>
              <a:t>Click to add image</a:t>
            </a:r>
            <a:endParaRPr lang="en-IN" dirty="0"/>
          </a:p>
        </p:txBody>
      </p:sp>
      <p:sp>
        <p:nvSpPr>
          <p:cNvPr id="26" name="Picture Placeholder 7"/>
          <p:cNvSpPr>
            <a:spLocks noGrp="1"/>
          </p:cNvSpPr>
          <p:nvPr>
            <p:ph type="pic" sz="quarter" idx="15" hasCustomPrompt="1"/>
          </p:nvPr>
        </p:nvSpPr>
        <p:spPr>
          <a:xfrm>
            <a:off x="4054037" y="0"/>
            <a:ext cx="4079916" cy="3312000"/>
          </a:xfrm>
        </p:spPr>
        <p:txBody>
          <a:bodyPr>
            <a:normAutofit/>
          </a:bodyPr>
          <a:lstStyle>
            <a:lvl1pPr marL="0" indent="0">
              <a:buNone/>
              <a:defRPr sz="1200">
                <a:solidFill>
                  <a:schemeClr val="bg1"/>
                </a:solidFill>
              </a:defRPr>
            </a:lvl1pPr>
          </a:lstStyle>
          <a:p>
            <a:r>
              <a:rPr lang="en-US" dirty="0"/>
              <a:t>Click to add image</a:t>
            </a:r>
            <a:endParaRPr lang="en-IN" dirty="0"/>
          </a:p>
        </p:txBody>
      </p:sp>
      <p:sp>
        <p:nvSpPr>
          <p:cNvPr id="27" name="Picture Placeholder 7"/>
          <p:cNvSpPr>
            <a:spLocks noGrp="1"/>
          </p:cNvSpPr>
          <p:nvPr>
            <p:ph type="pic" sz="quarter" idx="16" hasCustomPrompt="1"/>
          </p:nvPr>
        </p:nvSpPr>
        <p:spPr>
          <a:xfrm>
            <a:off x="-21869" y="3320669"/>
            <a:ext cx="4075906" cy="3312000"/>
          </a:xfrm>
        </p:spPr>
        <p:txBody>
          <a:bodyPr>
            <a:normAutofit/>
          </a:bodyPr>
          <a:lstStyle>
            <a:lvl1pPr marL="0" indent="0">
              <a:buNone/>
              <a:defRPr sz="1200">
                <a:solidFill>
                  <a:schemeClr val="bg1"/>
                </a:solidFill>
              </a:defRPr>
            </a:lvl1pPr>
          </a:lstStyle>
          <a:p>
            <a:r>
              <a:rPr lang="en-US" dirty="0"/>
              <a:t>Click to add image</a:t>
            </a:r>
            <a:endParaRPr lang="en-IN" dirty="0"/>
          </a:p>
        </p:txBody>
      </p:sp>
      <p:sp>
        <p:nvSpPr>
          <p:cNvPr id="28" name="Picture Placeholder 7"/>
          <p:cNvSpPr>
            <a:spLocks noGrp="1"/>
          </p:cNvSpPr>
          <p:nvPr>
            <p:ph type="pic" sz="quarter" idx="17" hasCustomPrompt="1"/>
          </p:nvPr>
        </p:nvSpPr>
        <p:spPr>
          <a:xfrm>
            <a:off x="4054037" y="3320669"/>
            <a:ext cx="4079916" cy="3312000"/>
          </a:xfrm>
        </p:spPr>
        <p:txBody>
          <a:bodyPr>
            <a:normAutofit/>
          </a:bodyPr>
          <a:lstStyle>
            <a:lvl1pPr marL="0" indent="0">
              <a:buNone/>
              <a:defRPr sz="1200">
                <a:solidFill>
                  <a:schemeClr val="bg1"/>
                </a:solidFill>
              </a:defRPr>
            </a:lvl1pPr>
          </a:lstStyle>
          <a:p>
            <a:r>
              <a:rPr lang="en-US" dirty="0"/>
              <a:t>Click to add image</a:t>
            </a:r>
            <a:endParaRPr lang="en-IN" dirty="0"/>
          </a:p>
        </p:txBody>
      </p:sp>
      <p:pic>
        <p:nvPicPr>
          <p:cNvPr id="15" name="Picture 14"/>
          <p:cNvPicPr>
            <a:picLocks noChangeAspect="1"/>
          </p:cNvPicPr>
          <p:nvPr userDrawn="1"/>
        </p:nvPicPr>
        <p:blipFill>
          <a:blip r:embed="rId2" cstate="screen"/>
          <a:stretch>
            <a:fillRect/>
          </a:stretch>
        </p:blipFill>
        <p:spPr>
          <a:xfrm>
            <a:off x="10905543" y="167836"/>
            <a:ext cx="1040440" cy="137884"/>
          </a:xfrm>
          <a:prstGeom prst="rect">
            <a:avLst/>
          </a:prstGeom>
        </p:spPr>
      </p:pic>
      <p:sp>
        <p:nvSpPr>
          <p:cNvPr id="13" name="Rectangle 12"/>
          <p:cNvSpPr/>
          <p:nvPr userDrawn="1"/>
        </p:nvSpPr>
        <p:spPr>
          <a:xfrm>
            <a:off x="0" y="6654866"/>
            <a:ext cx="12192000" cy="203134"/>
          </a:xfrm>
          <a:prstGeom prst="rect">
            <a:avLst/>
          </a:prstGeom>
          <a:solidFill>
            <a:srgbClr val="D74E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egoe UI" panose="020B0502040204020203" pitchFamily="34" charset="0"/>
              <a:cs typeface="Segoe UI" panose="020B0502040204020203" pitchFamily="34" charset="0"/>
            </a:endParaRPr>
          </a:p>
        </p:txBody>
      </p:sp>
      <p:sp>
        <p:nvSpPr>
          <p:cNvPr id="22" name="Slide Number Placeholder 5"/>
          <p:cNvSpPr txBox="1"/>
          <p:nvPr userDrawn="1"/>
        </p:nvSpPr>
        <p:spPr>
          <a:xfrm>
            <a:off x="11556648" y="6608673"/>
            <a:ext cx="389335" cy="268956"/>
          </a:xfrm>
          <a:prstGeom prst="rect">
            <a:avLst/>
          </a:prstGeom>
          <a:ln>
            <a:noFill/>
          </a:ln>
        </p:spPr>
        <p:txBody>
          <a:bodyPr anchor="ctr"/>
          <a:lstStyle>
            <a:defPPr>
              <a:defRPr lang="en-US"/>
            </a:defPPr>
            <a:lvl1pPr marL="0" algn="r" defTabSz="914400" rtl="0" eaLnBrk="1" latinLnBrk="0" hangingPunct="1">
              <a:defRPr sz="1080" b="0" i="0" kern="1200">
                <a:solidFill>
                  <a:schemeClr val="accent4">
                    <a:lumMod val="75000"/>
                  </a:schemeClr>
                </a:solidFill>
                <a:latin typeface="Helvetica" charset="0"/>
                <a:ea typeface="Roboto Light" charset="0"/>
                <a:cs typeface="Helvetic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936C95AE-7298-45E1-9514-94AFF5BED89B}" type="slidenum">
              <a:rPr lang="en-US" sz="800" b="0" i="0" kern="1200" smtClean="0">
                <a:solidFill>
                  <a:srgbClr val="FFFFFF"/>
                </a:solidFill>
                <a:latin typeface="Segoe UI" panose="020B0502040204020203" pitchFamily="34" charset="0"/>
                <a:ea typeface="Helvetica Neue Thin" panose="020B0403020202020204" pitchFamily="34" charset="0"/>
                <a:cs typeface="Segoe UI" panose="020B0502040204020203" pitchFamily="34" charset="0"/>
              </a:rPr>
            </a:fld>
            <a:endParaRPr lang="en-US" sz="800" b="0" i="0" kern="1200" dirty="0">
              <a:solidFill>
                <a:srgbClr val="FFFFFF"/>
              </a:solidFill>
              <a:latin typeface="Segoe UI" panose="020B0502040204020203" pitchFamily="34" charset="0"/>
              <a:ea typeface="Helvetica Neue Thin" panose="020B0403020202020204" pitchFamily="34" charset="0"/>
              <a:cs typeface="Segoe UI" panose="020B0502040204020203" pitchFamily="34" charset="0"/>
            </a:endParaRPr>
          </a:p>
        </p:txBody>
      </p:sp>
      <p:sp>
        <p:nvSpPr>
          <p:cNvPr id="14" name="Subtitle 2"/>
          <p:cNvSpPr txBox="1"/>
          <p:nvPr userDrawn="1"/>
        </p:nvSpPr>
        <p:spPr>
          <a:xfrm>
            <a:off x="0" y="6663619"/>
            <a:ext cx="5298281" cy="203133"/>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Font typeface="Arial" panose="020B0604020202020204"/>
              <a:buNone/>
            </a:pPr>
            <a:r>
              <a:rPr lang="en-US" sz="800" dirty="0" err="1">
                <a:solidFill>
                  <a:srgbClr val="FFFFFF"/>
                </a:solidFill>
                <a:latin typeface="Segoe UI" panose="020B0502040204020203" pitchFamily="34" charset="0"/>
                <a:ea typeface="Helvetica" charset="0"/>
                <a:cs typeface="Segoe UI" panose="020B0502040204020203" pitchFamily="34" charset="0"/>
              </a:rPr>
              <a:t>Azentio.com</a:t>
            </a:r>
            <a:r>
              <a:rPr lang="en-US" sz="800" dirty="0">
                <a:solidFill>
                  <a:srgbClr val="FFFFFF"/>
                </a:solidFill>
                <a:latin typeface="Segoe UI" panose="020B0502040204020203" pitchFamily="34" charset="0"/>
                <a:ea typeface="Helvetica" charset="0"/>
                <a:cs typeface="Segoe UI" panose="020B0502040204020203" pitchFamily="34" charset="0"/>
              </a:rPr>
              <a:t> | All rights reserved. This document is proprietary and confidential.</a:t>
            </a:r>
            <a:endParaRPr lang="en-US" sz="800" dirty="0">
              <a:solidFill>
                <a:srgbClr val="FFFFFF"/>
              </a:solidFill>
              <a:latin typeface="Segoe UI" panose="020B0502040204020203" pitchFamily="34" charset="0"/>
              <a:ea typeface="Helvetica" charset="0"/>
              <a:cs typeface="Segoe UI" panose="020B0502040204020203"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_ Visual and content/ graph/ image slide">
    <p:spTree>
      <p:nvGrpSpPr>
        <p:cNvPr id="1" name=""/>
        <p:cNvGrpSpPr/>
        <p:nvPr/>
      </p:nvGrpSpPr>
      <p:grpSpPr>
        <a:xfrm>
          <a:off x="0" y="0"/>
          <a:ext cx="0" cy="0"/>
          <a:chOff x="0" y="0"/>
          <a:chExt cx="0" cy="0"/>
        </a:xfrm>
      </p:grpSpPr>
      <p:sp>
        <p:nvSpPr>
          <p:cNvPr id="6" name="Content Placeholder 5"/>
          <p:cNvSpPr>
            <a:spLocks noGrp="1"/>
          </p:cNvSpPr>
          <p:nvPr>
            <p:ph sz="quarter" idx="4" hasCustomPrompt="1"/>
          </p:nvPr>
        </p:nvSpPr>
        <p:spPr>
          <a:xfrm>
            <a:off x="6322173" y="1629852"/>
            <a:ext cx="5247155" cy="1801475"/>
          </a:xfrm>
        </p:spPr>
        <p:txBody>
          <a:bodyPr>
            <a:normAutofit/>
          </a:bodyPr>
          <a:lstStyle>
            <a:lvl1pPr marL="228600" indent="-228600">
              <a:buClr>
                <a:srgbClr val="003399"/>
              </a:buClr>
              <a:buFont typeface="Wingdings" panose="05000000000000000000" pitchFamily="2" charset="2"/>
              <a:buChar char="§"/>
              <a:defRPr lang="en-IN" sz="1600" b="0" i="0" kern="1200" dirty="0">
                <a:solidFill>
                  <a:schemeClr val="tx1">
                    <a:lumMod val="85000"/>
                    <a:lumOff val="15000"/>
                  </a:schemeClr>
                </a:solidFill>
                <a:latin typeface="Segoe UI" panose="020B0502040204020203" pitchFamily="34" charset="0"/>
                <a:ea typeface="Roboto" panose="02000000000000000000" pitchFamily="2" charset="0"/>
                <a:cs typeface="Segoe UI" panose="020B0502040204020203" pitchFamily="34" charset="0"/>
              </a:defRPr>
            </a:lvl1pPr>
          </a:lstStyle>
          <a:p>
            <a:pPr lvl="0"/>
            <a:r>
              <a:rPr lang="en-US" dirty="0"/>
              <a:t>Click to add text 16pt</a:t>
            </a:r>
            <a:endParaRPr lang="en-IN" dirty="0"/>
          </a:p>
        </p:txBody>
      </p:sp>
      <p:sp>
        <p:nvSpPr>
          <p:cNvPr id="7" name="Content Placeholder 5"/>
          <p:cNvSpPr>
            <a:spLocks noGrp="1"/>
          </p:cNvSpPr>
          <p:nvPr>
            <p:ph sz="quarter" idx="14" hasCustomPrompt="1"/>
          </p:nvPr>
        </p:nvSpPr>
        <p:spPr>
          <a:xfrm>
            <a:off x="6322173" y="3691794"/>
            <a:ext cx="5247155" cy="2024184"/>
          </a:xfrm>
        </p:spPr>
        <p:txBody>
          <a:bodyPr>
            <a:normAutofit/>
          </a:bodyPr>
          <a:lstStyle>
            <a:lvl1pPr marL="228600" indent="-228600">
              <a:buClr>
                <a:srgbClr val="003399"/>
              </a:buClr>
              <a:buFont typeface="Wingdings" panose="05000000000000000000" pitchFamily="2" charset="2"/>
              <a:buChar char="§"/>
              <a:defRPr lang="en-IN" sz="1600" b="0" i="0" kern="1200" dirty="0">
                <a:solidFill>
                  <a:schemeClr val="tx1">
                    <a:lumMod val="85000"/>
                    <a:lumOff val="15000"/>
                  </a:schemeClr>
                </a:solidFill>
                <a:latin typeface="Segoe UI" panose="020B0502040204020203" pitchFamily="34" charset="0"/>
                <a:ea typeface="Roboto" panose="02000000000000000000" pitchFamily="2" charset="0"/>
                <a:cs typeface="Segoe UI" panose="020B0502040204020203" pitchFamily="34" charset="0"/>
              </a:defRPr>
            </a:lvl1pPr>
          </a:lstStyle>
          <a:p>
            <a:pPr lvl="0"/>
            <a:r>
              <a:rPr lang="en-US" dirty="0"/>
              <a:t>Click to add text 16pt</a:t>
            </a:r>
            <a:endParaRPr lang="en-IN" dirty="0"/>
          </a:p>
        </p:txBody>
      </p:sp>
      <p:sp>
        <p:nvSpPr>
          <p:cNvPr id="10" name="Picture Placeholder 7"/>
          <p:cNvSpPr>
            <a:spLocks noGrp="1"/>
          </p:cNvSpPr>
          <p:nvPr>
            <p:ph type="pic" sz="quarter" idx="13" hasCustomPrompt="1"/>
          </p:nvPr>
        </p:nvSpPr>
        <p:spPr>
          <a:xfrm>
            <a:off x="0" y="0"/>
            <a:ext cx="6096001" cy="6635237"/>
          </a:xfrm>
        </p:spPr>
        <p:txBody>
          <a:bodyPr/>
          <a:lstStyle>
            <a:lvl1pPr marL="0" indent="0">
              <a:buNone/>
              <a:defRPr/>
            </a:lvl1pPr>
          </a:lstStyle>
          <a:p>
            <a:r>
              <a:rPr lang="en-US" dirty="0"/>
              <a:t>Click to add image</a:t>
            </a:r>
            <a:endParaRPr lang="en-IN" dirty="0"/>
          </a:p>
        </p:txBody>
      </p:sp>
      <p:sp>
        <p:nvSpPr>
          <p:cNvPr id="2" name="Title 1"/>
          <p:cNvSpPr>
            <a:spLocks noGrp="1"/>
          </p:cNvSpPr>
          <p:nvPr>
            <p:ph type="title" hasCustomPrompt="1"/>
          </p:nvPr>
        </p:nvSpPr>
        <p:spPr>
          <a:xfrm>
            <a:off x="6322173" y="566187"/>
            <a:ext cx="4676045" cy="661933"/>
          </a:xfrm>
        </p:spPr>
        <p:txBody>
          <a:bodyPr>
            <a:normAutofit/>
          </a:bodyPr>
          <a:lstStyle>
            <a:lvl1pPr>
              <a:defRPr sz="2200">
                <a:solidFill>
                  <a:srgbClr val="003399"/>
                </a:solidFill>
              </a:defRPr>
            </a:lvl1pPr>
          </a:lstStyle>
          <a:p>
            <a:r>
              <a:rPr lang="en-US" dirty="0"/>
              <a:t>Click to add header 22pt</a:t>
            </a:r>
            <a:endParaRPr lang="en-IN" dirty="0"/>
          </a:p>
        </p:txBody>
      </p:sp>
      <p:pic>
        <p:nvPicPr>
          <p:cNvPr id="14" name="Picture 13"/>
          <p:cNvPicPr>
            <a:picLocks noChangeAspect="1"/>
          </p:cNvPicPr>
          <p:nvPr userDrawn="1"/>
        </p:nvPicPr>
        <p:blipFill>
          <a:blip r:embed="rId2" cstate="screen"/>
          <a:stretch>
            <a:fillRect/>
          </a:stretch>
        </p:blipFill>
        <p:spPr>
          <a:xfrm>
            <a:off x="10905543" y="167836"/>
            <a:ext cx="1040440" cy="137884"/>
          </a:xfrm>
          <a:prstGeom prst="rect">
            <a:avLst/>
          </a:prstGeom>
        </p:spPr>
      </p:pic>
      <p:sp>
        <p:nvSpPr>
          <p:cNvPr id="11" name="Rectangle 10"/>
          <p:cNvSpPr/>
          <p:nvPr userDrawn="1"/>
        </p:nvSpPr>
        <p:spPr>
          <a:xfrm>
            <a:off x="0" y="6654866"/>
            <a:ext cx="12192000" cy="203134"/>
          </a:xfrm>
          <a:prstGeom prst="rect">
            <a:avLst/>
          </a:prstGeom>
          <a:solidFill>
            <a:srgbClr val="D74E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egoe UI" panose="020B0502040204020203" pitchFamily="34" charset="0"/>
              <a:cs typeface="Segoe UI" panose="020B0502040204020203" pitchFamily="34" charset="0"/>
            </a:endParaRPr>
          </a:p>
        </p:txBody>
      </p:sp>
      <p:sp>
        <p:nvSpPr>
          <p:cNvPr id="13" name="Slide Number Placeholder 5"/>
          <p:cNvSpPr txBox="1"/>
          <p:nvPr userDrawn="1"/>
        </p:nvSpPr>
        <p:spPr>
          <a:xfrm>
            <a:off x="11556648" y="6608673"/>
            <a:ext cx="389335" cy="268956"/>
          </a:xfrm>
          <a:prstGeom prst="rect">
            <a:avLst/>
          </a:prstGeom>
          <a:ln>
            <a:noFill/>
          </a:ln>
        </p:spPr>
        <p:txBody>
          <a:bodyPr anchor="ctr"/>
          <a:lstStyle>
            <a:defPPr>
              <a:defRPr lang="en-US"/>
            </a:defPPr>
            <a:lvl1pPr marL="0" algn="r" defTabSz="914400" rtl="0" eaLnBrk="1" latinLnBrk="0" hangingPunct="1">
              <a:defRPr sz="1080" b="0" i="0" kern="1200">
                <a:solidFill>
                  <a:schemeClr val="accent4">
                    <a:lumMod val="75000"/>
                  </a:schemeClr>
                </a:solidFill>
                <a:latin typeface="Helvetica" charset="0"/>
                <a:ea typeface="Roboto Light" charset="0"/>
                <a:cs typeface="Helvetic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936C95AE-7298-45E1-9514-94AFF5BED89B}" type="slidenum">
              <a:rPr lang="en-US" sz="800" b="0" i="0" kern="1200" smtClean="0">
                <a:solidFill>
                  <a:srgbClr val="FFFFFF"/>
                </a:solidFill>
                <a:latin typeface="Segoe UI" panose="020B0502040204020203" pitchFamily="34" charset="0"/>
                <a:ea typeface="Helvetica Neue Thin" panose="020B0403020202020204" pitchFamily="34" charset="0"/>
                <a:cs typeface="Segoe UI" panose="020B0502040204020203" pitchFamily="34" charset="0"/>
              </a:rPr>
            </a:fld>
            <a:endParaRPr lang="en-US" sz="800" b="0" i="0" kern="1200" dirty="0">
              <a:solidFill>
                <a:srgbClr val="FFFFFF"/>
              </a:solidFill>
              <a:latin typeface="Segoe UI" panose="020B0502040204020203" pitchFamily="34" charset="0"/>
              <a:ea typeface="Helvetica Neue Thin" panose="020B0403020202020204" pitchFamily="34" charset="0"/>
              <a:cs typeface="Segoe UI" panose="020B0502040204020203" pitchFamily="34" charset="0"/>
            </a:endParaRPr>
          </a:p>
        </p:txBody>
      </p:sp>
      <p:sp>
        <p:nvSpPr>
          <p:cNvPr id="12" name="Subtitle 2"/>
          <p:cNvSpPr txBox="1"/>
          <p:nvPr userDrawn="1"/>
        </p:nvSpPr>
        <p:spPr>
          <a:xfrm>
            <a:off x="0" y="6663619"/>
            <a:ext cx="5298281" cy="203133"/>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Font typeface="Arial" panose="020B0604020202020204"/>
              <a:buNone/>
            </a:pPr>
            <a:r>
              <a:rPr lang="en-US" sz="800" dirty="0" err="1">
                <a:solidFill>
                  <a:srgbClr val="FFFFFF"/>
                </a:solidFill>
                <a:latin typeface="Segoe UI" panose="020B0502040204020203" pitchFamily="34" charset="0"/>
                <a:ea typeface="Helvetica" charset="0"/>
                <a:cs typeface="Segoe UI" panose="020B0502040204020203" pitchFamily="34" charset="0"/>
              </a:rPr>
              <a:t>Azentio.com</a:t>
            </a:r>
            <a:r>
              <a:rPr lang="en-US" sz="800" dirty="0">
                <a:solidFill>
                  <a:srgbClr val="FFFFFF"/>
                </a:solidFill>
                <a:latin typeface="Segoe UI" panose="020B0502040204020203" pitchFamily="34" charset="0"/>
                <a:ea typeface="Helvetica" charset="0"/>
                <a:cs typeface="Segoe UI" panose="020B0502040204020203" pitchFamily="34" charset="0"/>
              </a:rPr>
              <a:t> | All rights reserved. This document is proprietary and confidential.</a:t>
            </a:r>
            <a:endParaRPr lang="en-US" sz="800" dirty="0">
              <a:solidFill>
                <a:srgbClr val="FFFFFF"/>
              </a:solidFill>
              <a:latin typeface="Segoe UI" panose="020B0502040204020203" pitchFamily="34" charset="0"/>
              <a:ea typeface="Helvetica" charset="0"/>
              <a:cs typeface="Segoe UI" panose="020B0502040204020203"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1_Highlight slide_white background">
    <p:spTree>
      <p:nvGrpSpPr>
        <p:cNvPr id="1" name=""/>
        <p:cNvGrpSpPr/>
        <p:nvPr/>
      </p:nvGrpSpPr>
      <p:grpSpPr>
        <a:xfrm>
          <a:off x="0" y="0"/>
          <a:ext cx="0" cy="0"/>
          <a:chOff x="0" y="0"/>
          <a:chExt cx="0" cy="0"/>
        </a:xfrm>
      </p:grpSpPr>
      <p:sp>
        <p:nvSpPr>
          <p:cNvPr id="8" name="Text Placeholder 4"/>
          <p:cNvSpPr>
            <a:spLocks noGrp="1"/>
          </p:cNvSpPr>
          <p:nvPr>
            <p:ph type="body" sz="quarter" idx="11" hasCustomPrompt="1"/>
          </p:nvPr>
        </p:nvSpPr>
        <p:spPr>
          <a:xfrm>
            <a:off x="838201" y="1266734"/>
            <a:ext cx="10515600" cy="4624388"/>
          </a:xfrm>
        </p:spPr>
        <p:txBody>
          <a:bodyPr anchor="ctr">
            <a:normAutofit/>
          </a:bodyPr>
          <a:lstStyle>
            <a:lvl1pPr marL="0" indent="0" algn="l">
              <a:buClr>
                <a:schemeClr val="bg1"/>
              </a:buClr>
              <a:buNone/>
              <a:defRPr sz="3000">
                <a:solidFill>
                  <a:srgbClr val="003399"/>
                </a:solidFill>
                <a:latin typeface="+mj-lt"/>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&lt;Add highlights&gt;</a:t>
            </a:r>
            <a:endParaRPr lang="en-IN" dirty="0"/>
          </a:p>
        </p:txBody>
      </p:sp>
      <p:pic>
        <p:nvPicPr>
          <p:cNvPr id="10" name="Picture 9"/>
          <p:cNvPicPr>
            <a:picLocks noChangeAspect="1"/>
          </p:cNvPicPr>
          <p:nvPr userDrawn="1"/>
        </p:nvPicPr>
        <p:blipFill>
          <a:blip r:embed="rId2" cstate="screen"/>
          <a:stretch>
            <a:fillRect/>
          </a:stretch>
        </p:blipFill>
        <p:spPr>
          <a:xfrm>
            <a:off x="10905543" y="167836"/>
            <a:ext cx="1040440" cy="137884"/>
          </a:xfrm>
          <a:prstGeom prst="rect">
            <a:avLst/>
          </a:prstGeom>
        </p:spPr>
      </p:pic>
      <p:sp>
        <p:nvSpPr>
          <p:cNvPr id="9" name="Rectangle 8"/>
          <p:cNvSpPr/>
          <p:nvPr userDrawn="1"/>
        </p:nvSpPr>
        <p:spPr>
          <a:xfrm>
            <a:off x="0" y="6654866"/>
            <a:ext cx="12192000" cy="203134"/>
          </a:xfrm>
          <a:prstGeom prst="rect">
            <a:avLst/>
          </a:prstGeom>
          <a:solidFill>
            <a:srgbClr val="D74E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egoe UI" panose="020B0502040204020203" pitchFamily="34" charset="0"/>
              <a:cs typeface="Segoe UI" panose="020B0502040204020203" pitchFamily="34" charset="0"/>
            </a:endParaRPr>
          </a:p>
        </p:txBody>
      </p:sp>
      <p:sp>
        <p:nvSpPr>
          <p:cNvPr id="16" name="Slide Number Placeholder 5"/>
          <p:cNvSpPr txBox="1"/>
          <p:nvPr userDrawn="1"/>
        </p:nvSpPr>
        <p:spPr>
          <a:xfrm>
            <a:off x="11556648" y="6608673"/>
            <a:ext cx="389335" cy="268956"/>
          </a:xfrm>
          <a:prstGeom prst="rect">
            <a:avLst/>
          </a:prstGeom>
          <a:ln>
            <a:noFill/>
          </a:ln>
        </p:spPr>
        <p:txBody>
          <a:bodyPr anchor="ctr"/>
          <a:lstStyle>
            <a:defPPr>
              <a:defRPr lang="en-US"/>
            </a:defPPr>
            <a:lvl1pPr marL="0" algn="r" defTabSz="914400" rtl="0" eaLnBrk="1" latinLnBrk="0" hangingPunct="1">
              <a:defRPr sz="1080" b="0" i="0" kern="1200">
                <a:solidFill>
                  <a:schemeClr val="accent4">
                    <a:lumMod val="75000"/>
                  </a:schemeClr>
                </a:solidFill>
                <a:latin typeface="Helvetica" charset="0"/>
                <a:ea typeface="Roboto Light" charset="0"/>
                <a:cs typeface="Helvetic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936C95AE-7298-45E1-9514-94AFF5BED89B}" type="slidenum">
              <a:rPr lang="en-US" sz="800" b="0" i="0" kern="1200" smtClean="0">
                <a:solidFill>
                  <a:srgbClr val="FFFFFF"/>
                </a:solidFill>
                <a:latin typeface="Segoe UI" panose="020B0502040204020203" pitchFamily="34" charset="0"/>
                <a:ea typeface="Helvetica Neue Thin" panose="020B0403020202020204" pitchFamily="34" charset="0"/>
                <a:cs typeface="Segoe UI" panose="020B0502040204020203" pitchFamily="34" charset="0"/>
              </a:rPr>
            </a:fld>
            <a:endParaRPr lang="en-US" sz="800" b="0" i="0" kern="1200" dirty="0">
              <a:solidFill>
                <a:srgbClr val="FFFFFF"/>
              </a:solidFill>
              <a:latin typeface="Segoe UI" panose="020B0502040204020203" pitchFamily="34" charset="0"/>
              <a:ea typeface="Helvetica Neue Thin" panose="020B0403020202020204" pitchFamily="34" charset="0"/>
              <a:cs typeface="Segoe UI" panose="020B0502040204020203" pitchFamily="34" charset="0"/>
            </a:endParaRPr>
          </a:p>
        </p:txBody>
      </p:sp>
      <p:sp>
        <p:nvSpPr>
          <p:cNvPr id="11" name="Subtitle 2"/>
          <p:cNvSpPr txBox="1"/>
          <p:nvPr userDrawn="1"/>
        </p:nvSpPr>
        <p:spPr>
          <a:xfrm>
            <a:off x="0" y="6663619"/>
            <a:ext cx="5298281" cy="203133"/>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Font typeface="Arial" panose="020B0604020202020204"/>
              <a:buNone/>
            </a:pPr>
            <a:r>
              <a:rPr lang="en-US" sz="800" dirty="0" err="1">
                <a:solidFill>
                  <a:srgbClr val="FFFFFF"/>
                </a:solidFill>
                <a:latin typeface="Segoe UI" panose="020B0502040204020203" pitchFamily="34" charset="0"/>
                <a:ea typeface="Helvetica" charset="0"/>
                <a:cs typeface="Segoe UI" panose="020B0502040204020203" pitchFamily="34" charset="0"/>
              </a:rPr>
              <a:t>Azentio.com</a:t>
            </a:r>
            <a:r>
              <a:rPr lang="en-US" sz="800" dirty="0">
                <a:solidFill>
                  <a:srgbClr val="FFFFFF"/>
                </a:solidFill>
                <a:latin typeface="Segoe UI" panose="020B0502040204020203" pitchFamily="34" charset="0"/>
                <a:ea typeface="Helvetica" charset="0"/>
                <a:cs typeface="Segoe UI" panose="020B0502040204020203" pitchFamily="34" charset="0"/>
              </a:rPr>
              <a:t> | All rights reserved. This document is proprietary and confidential.</a:t>
            </a:r>
            <a:endParaRPr lang="en-US" sz="800" dirty="0">
              <a:solidFill>
                <a:srgbClr val="FFFFFF"/>
              </a:solidFill>
              <a:latin typeface="Segoe UI" panose="020B0502040204020203" pitchFamily="34" charset="0"/>
              <a:ea typeface="Helvetica" charset="0"/>
              <a:cs typeface="Segoe UI" panose="020B0502040204020203"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2_Highlight slide_blue background">
    <p:bg>
      <p:bgPr>
        <a:solidFill>
          <a:srgbClr val="003399"/>
        </a:solidFill>
        <a:effectLst/>
      </p:bgPr>
    </p:bg>
    <p:spTree>
      <p:nvGrpSpPr>
        <p:cNvPr id="1" name=""/>
        <p:cNvGrpSpPr/>
        <p:nvPr/>
      </p:nvGrpSpPr>
      <p:grpSpPr>
        <a:xfrm>
          <a:off x="0" y="0"/>
          <a:ext cx="0" cy="0"/>
          <a:chOff x="0" y="0"/>
          <a:chExt cx="0" cy="0"/>
        </a:xfrm>
      </p:grpSpPr>
      <p:sp>
        <p:nvSpPr>
          <p:cNvPr id="5" name="Text Placeholder 4"/>
          <p:cNvSpPr>
            <a:spLocks noGrp="1"/>
          </p:cNvSpPr>
          <p:nvPr>
            <p:ph type="body" sz="quarter" idx="11" hasCustomPrompt="1"/>
          </p:nvPr>
        </p:nvSpPr>
        <p:spPr>
          <a:xfrm>
            <a:off x="609600" y="1266734"/>
            <a:ext cx="10515600" cy="4624388"/>
          </a:xfrm>
        </p:spPr>
        <p:txBody>
          <a:bodyPr anchor="ctr">
            <a:normAutofit/>
          </a:bodyPr>
          <a:lstStyle>
            <a:lvl1pPr marL="0" indent="0" algn="l">
              <a:buClr>
                <a:schemeClr val="bg1"/>
              </a:buClr>
              <a:buNone/>
              <a:defRPr sz="3000">
                <a:solidFill>
                  <a:schemeClr val="bg1"/>
                </a:solidFill>
                <a:latin typeface="+mj-lt"/>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&lt;Add highlights&gt;</a:t>
            </a:r>
            <a:endParaRPr lang="en-IN" dirty="0"/>
          </a:p>
        </p:txBody>
      </p:sp>
      <p:pic>
        <p:nvPicPr>
          <p:cNvPr id="6" name="Picture 5" descr="Shape&#10;&#10;Description automatically generated"/>
          <p:cNvPicPr>
            <a:picLocks noChangeAspect="1"/>
          </p:cNvPicPr>
          <p:nvPr userDrawn="1"/>
        </p:nvPicPr>
        <p:blipFill>
          <a:blip r:embed="rId2" cstate="screen"/>
          <a:stretch>
            <a:fillRect/>
          </a:stretch>
        </p:blipFill>
        <p:spPr>
          <a:xfrm>
            <a:off x="0" y="0"/>
            <a:ext cx="694697" cy="745370"/>
          </a:xfrm>
          <a:prstGeom prst="rect">
            <a:avLst/>
          </a:prstGeom>
        </p:spPr>
      </p:pic>
      <p:pic>
        <p:nvPicPr>
          <p:cNvPr id="10" name="Picture 9"/>
          <p:cNvPicPr>
            <a:picLocks noChangeAspect="1"/>
          </p:cNvPicPr>
          <p:nvPr userDrawn="1"/>
        </p:nvPicPr>
        <p:blipFill>
          <a:blip r:embed="rId3" cstate="screen"/>
          <a:stretch>
            <a:fillRect/>
          </a:stretch>
        </p:blipFill>
        <p:spPr>
          <a:xfrm>
            <a:off x="10905543" y="167836"/>
            <a:ext cx="1040440" cy="137884"/>
          </a:xfrm>
          <a:prstGeom prst="rect">
            <a:avLst/>
          </a:prstGeom>
        </p:spPr>
      </p:pic>
      <p:sp>
        <p:nvSpPr>
          <p:cNvPr id="12" name="Slide Number Placeholder 5"/>
          <p:cNvSpPr txBox="1"/>
          <p:nvPr userDrawn="1"/>
        </p:nvSpPr>
        <p:spPr>
          <a:xfrm>
            <a:off x="11556648" y="6608673"/>
            <a:ext cx="389335" cy="268956"/>
          </a:xfrm>
          <a:prstGeom prst="rect">
            <a:avLst/>
          </a:prstGeom>
          <a:ln>
            <a:noFill/>
          </a:ln>
        </p:spPr>
        <p:txBody>
          <a:bodyPr anchor="ctr"/>
          <a:lstStyle>
            <a:defPPr>
              <a:defRPr lang="en-US"/>
            </a:defPPr>
            <a:lvl1pPr marL="0" algn="r" defTabSz="914400" rtl="0" eaLnBrk="1" latinLnBrk="0" hangingPunct="1">
              <a:defRPr sz="1080" b="0" i="0" kern="1200">
                <a:solidFill>
                  <a:schemeClr val="accent4">
                    <a:lumMod val="75000"/>
                  </a:schemeClr>
                </a:solidFill>
                <a:latin typeface="Helvetica" charset="0"/>
                <a:ea typeface="Roboto Light" charset="0"/>
                <a:cs typeface="Helvetic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936C95AE-7298-45E1-9514-94AFF5BED89B}" type="slidenum">
              <a:rPr lang="en-US" sz="800" b="0" i="0" kern="1200" smtClean="0">
                <a:solidFill>
                  <a:srgbClr val="FFFFFF"/>
                </a:solidFill>
                <a:latin typeface="Segoe UI" panose="020B0502040204020203" pitchFamily="34" charset="0"/>
                <a:ea typeface="Helvetica Neue Thin" panose="020B0403020202020204" pitchFamily="34" charset="0"/>
                <a:cs typeface="Segoe UI" panose="020B0502040204020203" pitchFamily="34" charset="0"/>
              </a:rPr>
            </a:fld>
            <a:endParaRPr lang="en-US" sz="800" b="0" i="0" kern="1200" dirty="0">
              <a:solidFill>
                <a:srgbClr val="FFFFFF"/>
              </a:solidFill>
              <a:latin typeface="Segoe UI" panose="020B0502040204020203" pitchFamily="34" charset="0"/>
              <a:ea typeface="Helvetica Neue Thin" panose="020B0403020202020204" pitchFamily="34" charset="0"/>
              <a:cs typeface="Segoe UI" panose="020B0502040204020203" pitchFamily="34" charset="0"/>
            </a:endParaRPr>
          </a:p>
        </p:txBody>
      </p:sp>
      <p:sp>
        <p:nvSpPr>
          <p:cNvPr id="8" name="Subtitle 2"/>
          <p:cNvSpPr txBox="1"/>
          <p:nvPr userDrawn="1"/>
        </p:nvSpPr>
        <p:spPr>
          <a:xfrm>
            <a:off x="0" y="6663619"/>
            <a:ext cx="5298281" cy="203133"/>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Font typeface="Arial" panose="020B0604020202020204"/>
              <a:buNone/>
            </a:pPr>
            <a:r>
              <a:rPr lang="en-US" sz="800" dirty="0" err="1">
                <a:solidFill>
                  <a:srgbClr val="FFFFFF"/>
                </a:solidFill>
                <a:latin typeface="Segoe UI" panose="020B0502040204020203" pitchFamily="34" charset="0"/>
                <a:ea typeface="Helvetica" charset="0"/>
                <a:cs typeface="Segoe UI" panose="020B0502040204020203" pitchFamily="34" charset="0"/>
              </a:rPr>
              <a:t>Azentio.com</a:t>
            </a:r>
            <a:r>
              <a:rPr lang="en-US" sz="800" dirty="0">
                <a:solidFill>
                  <a:srgbClr val="FFFFFF"/>
                </a:solidFill>
                <a:latin typeface="Segoe UI" panose="020B0502040204020203" pitchFamily="34" charset="0"/>
                <a:ea typeface="Helvetica" charset="0"/>
                <a:cs typeface="Segoe UI" panose="020B0502040204020203" pitchFamily="34" charset="0"/>
              </a:rPr>
              <a:t> | All rights reserved. This document is proprietary and confidential.</a:t>
            </a:r>
            <a:endParaRPr lang="en-US" sz="800" dirty="0">
              <a:solidFill>
                <a:srgbClr val="FFFFFF"/>
              </a:solidFill>
              <a:latin typeface="Segoe UI" panose="020B0502040204020203" pitchFamily="34" charset="0"/>
              <a:ea typeface="Helvetica" charset="0"/>
              <a:cs typeface="Segoe UI" panose="020B0502040204020203"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3_4 column layou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365124"/>
            <a:ext cx="7738707" cy="661933"/>
          </a:xfrm>
        </p:spPr>
        <p:txBody>
          <a:bodyPr>
            <a:normAutofit/>
          </a:bodyPr>
          <a:lstStyle>
            <a:lvl1pPr>
              <a:defRPr sz="2200">
                <a:solidFill>
                  <a:srgbClr val="003399"/>
                </a:solidFill>
              </a:defRPr>
            </a:lvl1pPr>
          </a:lstStyle>
          <a:p>
            <a:r>
              <a:rPr lang="en-US" dirty="0"/>
              <a:t>Click to add header 22pt</a:t>
            </a:r>
            <a:endParaRPr lang="en-IN" dirty="0"/>
          </a:p>
        </p:txBody>
      </p:sp>
      <p:sp>
        <p:nvSpPr>
          <p:cNvPr id="7" name="Content Placeholder 6"/>
          <p:cNvSpPr>
            <a:spLocks noGrp="1"/>
          </p:cNvSpPr>
          <p:nvPr>
            <p:ph sz="quarter" idx="12" hasCustomPrompt="1"/>
          </p:nvPr>
        </p:nvSpPr>
        <p:spPr>
          <a:xfrm>
            <a:off x="838200" y="2286004"/>
            <a:ext cx="2123364" cy="3842857"/>
          </a:xfrm>
        </p:spPr>
        <p:txBody>
          <a:bodyPr>
            <a:normAutofit/>
          </a:bodyPr>
          <a:lstStyle>
            <a:lvl1pPr marL="228600" indent="-228600">
              <a:buClr>
                <a:srgbClr val="003399"/>
              </a:buClr>
              <a:buFont typeface="Wingdings" panose="05000000000000000000" pitchFamily="2" charset="2"/>
              <a:buChar char="§"/>
              <a:defRPr sz="1400">
                <a:solidFill>
                  <a:schemeClr val="tx1">
                    <a:lumMod val="85000"/>
                    <a:lumOff val="15000"/>
                  </a:schemeClr>
                </a:solidFill>
              </a:defRPr>
            </a:lvl1pPr>
          </a:lstStyle>
          <a:p>
            <a:pPr lvl="0"/>
            <a:r>
              <a:rPr lang="en-US" dirty="0"/>
              <a:t>Click to add text 14pt</a:t>
            </a:r>
            <a:endParaRPr lang="en-IN" dirty="0"/>
          </a:p>
        </p:txBody>
      </p:sp>
      <p:sp>
        <p:nvSpPr>
          <p:cNvPr id="16" name="Content Placeholder 6"/>
          <p:cNvSpPr>
            <a:spLocks noGrp="1"/>
          </p:cNvSpPr>
          <p:nvPr>
            <p:ph sz="quarter" idx="13" hasCustomPrompt="1"/>
          </p:nvPr>
        </p:nvSpPr>
        <p:spPr>
          <a:xfrm>
            <a:off x="9230436" y="2286000"/>
            <a:ext cx="2123364" cy="3842860"/>
          </a:xfrm>
        </p:spPr>
        <p:txBody>
          <a:bodyPr>
            <a:normAutofit/>
          </a:bodyPr>
          <a:lstStyle>
            <a:lvl1pPr marL="228600" indent="-228600">
              <a:buClr>
                <a:srgbClr val="003399"/>
              </a:buClr>
              <a:buFont typeface="Wingdings" panose="05000000000000000000" pitchFamily="2" charset="2"/>
              <a:buChar char="§"/>
              <a:defRPr sz="1400">
                <a:solidFill>
                  <a:schemeClr val="tx1">
                    <a:lumMod val="85000"/>
                    <a:lumOff val="15000"/>
                  </a:schemeClr>
                </a:solidFill>
              </a:defRPr>
            </a:lvl1pPr>
          </a:lstStyle>
          <a:p>
            <a:pPr lvl="0"/>
            <a:r>
              <a:rPr lang="en-US" dirty="0"/>
              <a:t>Click to add text 14pt</a:t>
            </a:r>
            <a:endParaRPr lang="en-IN" dirty="0"/>
          </a:p>
        </p:txBody>
      </p:sp>
      <p:sp>
        <p:nvSpPr>
          <p:cNvPr id="17" name="Content Placeholder 6"/>
          <p:cNvSpPr>
            <a:spLocks noGrp="1"/>
          </p:cNvSpPr>
          <p:nvPr>
            <p:ph sz="quarter" idx="14" hasCustomPrompt="1"/>
          </p:nvPr>
        </p:nvSpPr>
        <p:spPr>
          <a:xfrm>
            <a:off x="3615093" y="2286001"/>
            <a:ext cx="2123364" cy="3842857"/>
          </a:xfrm>
        </p:spPr>
        <p:txBody>
          <a:bodyPr>
            <a:normAutofit/>
          </a:bodyPr>
          <a:lstStyle>
            <a:lvl1pPr marL="228600" indent="-228600">
              <a:buClr>
                <a:srgbClr val="003399"/>
              </a:buClr>
              <a:buFont typeface="Wingdings" panose="05000000000000000000" pitchFamily="2" charset="2"/>
              <a:buChar char="§"/>
              <a:defRPr sz="1400">
                <a:solidFill>
                  <a:schemeClr val="tx1">
                    <a:lumMod val="85000"/>
                    <a:lumOff val="15000"/>
                  </a:schemeClr>
                </a:solidFill>
              </a:defRPr>
            </a:lvl1pPr>
          </a:lstStyle>
          <a:p>
            <a:pPr lvl="0"/>
            <a:r>
              <a:rPr lang="en-US" dirty="0"/>
              <a:t>Click to add text 14pt</a:t>
            </a:r>
            <a:endParaRPr lang="en-IN" dirty="0"/>
          </a:p>
        </p:txBody>
      </p:sp>
      <p:sp>
        <p:nvSpPr>
          <p:cNvPr id="18" name="Content Placeholder 6"/>
          <p:cNvSpPr>
            <a:spLocks noGrp="1"/>
          </p:cNvSpPr>
          <p:nvPr>
            <p:ph sz="quarter" idx="15" hasCustomPrompt="1"/>
          </p:nvPr>
        </p:nvSpPr>
        <p:spPr>
          <a:xfrm>
            <a:off x="6453543" y="2286001"/>
            <a:ext cx="2123364" cy="3842857"/>
          </a:xfrm>
        </p:spPr>
        <p:txBody>
          <a:bodyPr>
            <a:normAutofit/>
          </a:bodyPr>
          <a:lstStyle>
            <a:lvl1pPr marL="228600" indent="-228600">
              <a:buClr>
                <a:srgbClr val="003399"/>
              </a:buClr>
              <a:buFont typeface="Wingdings" panose="05000000000000000000" pitchFamily="2" charset="2"/>
              <a:buChar char="§"/>
              <a:defRPr sz="1400">
                <a:solidFill>
                  <a:schemeClr val="tx1">
                    <a:lumMod val="85000"/>
                    <a:lumOff val="15000"/>
                  </a:schemeClr>
                </a:solidFill>
              </a:defRPr>
            </a:lvl1pPr>
          </a:lstStyle>
          <a:p>
            <a:pPr lvl="0"/>
            <a:r>
              <a:rPr lang="en-US" dirty="0"/>
              <a:t>Click to add text 14pt</a:t>
            </a:r>
            <a:endParaRPr lang="en-IN" dirty="0"/>
          </a:p>
        </p:txBody>
      </p:sp>
      <p:sp>
        <p:nvSpPr>
          <p:cNvPr id="6" name="Text Placeholder 5"/>
          <p:cNvSpPr>
            <a:spLocks noGrp="1"/>
          </p:cNvSpPr>
          <p:nvPr>
            <p:ph type="body" sz="quarter" idx="16" hasCustomPrompt="1"/>
          </p:nvPr>
        </p:nvSpPr>
        <p:spPr>
          <a:xfrm>
            <a:off x="837489" y="1507012"/>
            <a:ext cx="2124075" cy="457155"/>
          </a:xfrm>
        </p:spPr>
        <p:txBody>
          <a:bodyPr anchor="ctr">
            <a:normAutofit/>
          </a:bodyPr>
          <a:lstStyle>
            <a:lvl1pPr marL="0" indent="0" algn="l">
              <a:buNone/>
              <a:defRPr sz="1400" b="1" i="0">
                <a:solidFill>
                  <a:srgbClr val="003399"/>
                </a:solidFill>
                <a:latin typeface="Segoe UI Semibold" panose="020B0702040204020203" pitchFamily="34" charset="0"/>
                <a:cs typeface="Segoe UI Semibold" panose="020B0702040204020203" pitchFamily="34" charset="0"/>
              </a:defRPr>
            </a:lvl1pPr>
          </a:lstStyle>
          <a:p>
            <a:pPr lvl="0"/>
            <a:r>
              <a:rPr lang="en-US" dirty="0"/>
              <a:t>&lt;Insert Title&gt;</a:t>
            </a:r>
            <a:endParaRPr lang="en-IN" dirty="0"/>
          </a:p>
        </p:txBody>
      </p:sp>
      <p:sp>
        <p:nvSpPr>
          <p:cNvPr id="14" name="Text Placeholder 5"/>
          <p:cNvSpPr>
            <a:spLocks noGrp="1"/>
          </p:cNvSpPr>
          <p:nvPr>
            <p:ph type="body" sz="quarter" idx="17" hasCustomPrompt="1"/>
          </p:nvPr>
        </p:nvSpPr>
        <p:spPr>
          <a:xfrm>
            <a:off x="3601429" y="1507011"/>
            <a:ext cx="2124075" cy="457155"/>
          </a:xfrm>
        </p:spPr>
        <p:txBody>
          <a:bodyPr anchor="ctr">
            <a:normAutofit/>
          </a:bodyPr>
          <a:lstStyle>
            <a:lvl1pPr marL="0" indent="0" algn="l">
              <a:buNone/>
              <a:defRPr sz="1400" b="1" i="0">
                <a:solidFill>
                  <a:srgbClr val="003399"/>
                </a:solidFill>
                <a:latin typeface="Segoe UI Semibold" panose="020B0702040204020203" pitchFamily="34" charset="0"/>
                <a:cs typeface="Segoe UI Semibold" panose="020B0702040204020203" pitchFamily="34" charset="0"/>
              </a:defRPr>
            </a:lvl1pPr>
          </a:lstStyle>
          <a:p>
            <a:pPr lvl="0"/>
            <a:r>
              <a:rPr lang="en-US" dirty="0"/>
              <a:t>&lt;Insert Title&gt;</a:t>
            </a:r>
            <a:endParaRPr lang="en-IN" dirty="0"/>
          </a:p>
        </p:txBody>
      </p:sp>
      <p:sp>
        <p:nvSpPr>
          <p:cNvPr id="15" name="Text Placeholder 5"/>
          <p:cNvSpPr>
            <a:spLocks noGrp="1"/>
          </p:cNvSpPr>
          <p:nvPr>
            <p:ph type="body" sz="quarter" idx="18" hasCustomPrompt="1"/>
          </p:nvPr>
        </p:nvSpPr>
        <p:spPr>
          <a:xfrm>
            <a:off x="6465429" y="1508665"/>
            <a:ext cx="2124075" cy="457155"/>
          </a:xfrm>
        </p:spPr>
        <p:txBody>
          <a:bodyPr anchor="ctr">
            <a:normAutofit/>
          </a:bodyPr>
          <a:lstStyle>
            <a:lvl1pPr marL="0" indent="0" algn="l">
              <a:buNone/>
              <a:defRPr sz="1400" b="1" i="0">
                <a:solidFill>
                  <a:srgbClr val="003399"/>
                </a:solidFill>
                <a:latin typeface="Segoe UI Semibold" panose="020B0702040204020203" pitchFamily="34" charset="0"/>
                <a:cs typeface="Segoe UI Semibold" panose="020B0702040204020203" pitchFamily="34" charset="0"/>
              </a:defRPr>
            </a:lvl1pPr>
          </a:lstStyle>
          <a:p>
            <a:pPr lvl="0"/>
            <a:r>
              <a:rPr lang="en-US" dirty="0"/>
              <a:t>&lt;Insert Title&gt;</a:t>
            </a:r>
            <a:endParaRPr lang="en-IN" dirty="0"/>
          </a:p>
        </p:txBody>
      </p:sp>
      <p:sp>
        <p:nvSpPr>
          <p:cNvPr id="19" name="Text Placeholder 5"/>
          <p:cNvSpPr>
            <a:spLocks noGrp="1"/>
          </p:cNvSpPr>
          <p:nvPr>
            <p:ph type="body" sz="quarter" idx="19" hasCustomPrompt="1"/>
          </p:nvPr>
        </p:nvSpPr>
        <p:spPr>
          <a:xfrm>
            <a:off x="9229369" y="1507011"/>
            <a:ext cx="2124075" cy="457155"/>
          </a:xfrm>
        </p:spPr>
        <p:txBody>
          <a:bodyPr anchor="ctr">
            <a:normAutofit/>
          </a:bodyPr>
          <a:lstStyle>
            <a:lvl1pPr marL="0" indent="0" algn="l">
              <a:buNone/>
              <a:defRPr sz="1400" b="1" i="0">
                <a:solidFill>
                  <a:srgbClr val="003399"/>
                </a:solidFill>
                <a:latin typeface="Segoe UI Semibold" panose="020B0702040204020203" pitchFamily="34" charset="0"/>
                <a:cs typeface="Segoe UI Semibold" panose="020B0702040204020203" pitchFamily="34" charset="0"/>
              </a:defRPr>
            </a:lvl1pPr>
          </a:lstStyle>
          <a:p>
            <a:pPr lvl="0"/>
            <a:r>
              <a:rPr lang="en-US" dirty="0"/>
              <a:t>&lt;Insert Title&gt;</a:t>
            </a:r>
            <a:endParaRPr lang="en-IN" dirty="0"/>
          </a:p>
        </p:txBody>
      </p:sp>
      <p:pic>
        <p:nvPicPr>
          <p:cNvPr id="13" name="Picture 12"/>
          <p:cNvPicPr>
            <a:picLocks noChangeAspect="1"/>
          </p:cNvPicPr>
          <p:nvPr userDrawn="1"/>
        </p:nvPicPr>
        <p:blipFill>
          <a:blip r:embed="rId2" cstate="screen"/>
          <a:stretch>
            <a:fillRect/>
          </a:stretch>
        </p:blipFill>
        <p:spPr>
          <a:xfrm>
            <a:off x="10905543" y="167836"/>
            <a:ext cx="1040440" cy="137884"/>
          </a:xfrm>
          <a:prstGeom prst="rect">
            <a:avLst/>
          </a:prstGeom>
        </p:spPr>
      </p:pic>
      <p:sp>
        <p:nvSpPr>
          <p:cNvPr id="20" name="Rectangle 19"/>
          <p:cNvSpPr/>
          <p:nvPr userDrawn="1"/>
        </p:nvSpPr>
        <p:spPr>
          <a:xfrm>
            <a:off x="0" y="6654866"/>
            <a:ext cx="12192000" cy="203134"/>
          </a:xfrm>
          <a:prstGeom prst="rect">
            <a:avLst/>
          </a:prstGeom>
          <a:solidFill>
            <a:srgbClr val="D74E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egoe UI" panose="020B0502040204020203" pitchFamily="34" charset="0"/>
              <a:cs typeface="Segoe UI" panose="020B0502040204020203" pitchFamily="34" charset="0"/>
            </a:endParaRPr>
          </a:p>
        </p:txBody>
      </p:sp>
      <p:sp>
        <p:nvSpPr>
          <p:cNvPr id="22" name="Slide Number Placeholder 5"/>
          <p:cNvSpPr txBox="1"/>
          <p:nvPr userDrawn="1"/>
        </p:nvSpPr>
        <p:spPr>
          <a:xfrm>
            <a:off x="11556648" y="6608673"/>
            <a:ext cx="389335" cy="268956"/>
          </a:xfrm>
          <a:prstGeom prst="rect">
            <a:avLst/>
          </a:prstGeom>
          <a:ln>
            <a:noFill/>
          </a:ln>
        </p:spPr>
        <p:txBody>
          <a:bodyPr anchor="ctr"/>
          <a:lstStyle>
            <a:defPPr>
              <a:defRPr lang="en-US"/>
            </a:defPPr>
            <a:lvl1pPr marL="0" algn="r" defTabSz="914400" rtl="0" eaLnBrk="1" latinLnBrk="0" hangingPunct="1">
              <a:defRPr sz="1080" b="0" i="0" kern="1200">
                <a:solidFill>
                  <a:schemeClr val="accent4">
                    <a:lumMod val="75000"/>
                  </a:schemeClr>
                </a:solidFill>
                <a:latin typeface="Helvetica" charset="0"/>
                <a:ea typeface="Roboto Light" charset="0"/>
                <a:cs typeface="Helvetic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936C95AE-7298-45E1-9514-94AFF5BED89B}" type="slidenum">
              <a:rPr lang="en-US" sz="800" b="0" i="0" kern="1200" smtClean="0">
                <a:solidFill>
                  <a:srgbClr val="FFFFFF"/>
                </a:solidFill>
                <a:latin typeface="Segoe UI" panose="020B0502040204020203" pitchFamily="34" charset="0"/>
                <a:ea typeface="Helvetica Neue Thin" panose="020B0403020202020204" pitchFamily="34" charset="0"/>
                <a:cs typeface="Segoe UI" panose="020B0502040204020203" pitchFamily="34" charset="0"/>
              </a:rPr>
            </a:fld>
            <a:endParaRPr lang="en-US" sz="800" b="0" i="0" kern="1200" dirty="0">
              <a:solidFill>
                <a:srgbClr val="FFFFFF"/>
              </a:solidFill>
              <a:latin typeface="Segoe UI" panose="020B0502040204020203" pitchFamily="34" charset="0"/>
              <a:ea typeface="Helvetica Neue Thin" panose="020B0403020202020204" pitchFamily="34" charset="0"/>
              <a:cs typeface="Segoe UI" panose="020B0502040204020203" pitchFamily="34" charset="0"/>
            </a:endParaRPr>
          </a:p>
        </p:txBody>
      </p:sp>
      <p:sp>
        <p:nvSpPr>
          <p:cNvPr id="21" name="Subtitle 2"/>
          <p:cNvSpPr txBox="1"/>
          <p:nvPr userDrawn="1"/>
        </p:nvSpPr>
        <p:spPr>
          <a:xfrm>
            <a:off x="0" y="6663619"/>
            <a:ext cx="5298281" cy="203133"/>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Font typeface="Arial" panose="020B0604020202020204"/>
              <a:buNone/>
            </a:pPr>
            <a:r>
              <a:rPr lang="en-US" sz="800" dirty="0" err="1">
                <a:solidFill>
                  <a:srgbClr val="FFFFFF"/>
                </a:solidFill>
                <a:latin typeface="Segoe UI" panose="020B0502040204020203" pitchFamily="34" charset="0"/>
                <a:ea typeface="Helvetica" charset="0"/>
                <a:cs typeface="Segoe UI" panose="020B0502040204020203" pitchFamily="34" charset="0"/>
              </a:rPr>
              <a:t>Azentio.com</a:t>
            </a:r>
            <a:r>
              <a:rPr lang="en-US" sz="800" dirty="0">
                <a:solidFill>
                  <a:srgbClr val="FFFFFF"/>
                </a:solidFill>
                <a:latin typeface="Segoe UI" panose="020B0502040204020203" pitchFamily="34" charset="0"/>
                <a:ea typeface="Helvetica" charset="0"/>
                <a:cs typeface="Segoe UI" panose="020B0502040204020203" pitchFamily="34" charset="0"/>
              </a:rPr>
              <a:t> | All rights reserved. This document is proprietary and confidential.</a:t>
            </a:r>
            <a:endParaRPr lang="en-US" sz="800" dirty="0">
              <a:solidFill>
                <a:srgbClr val="FFFFFF"/>
              </a:solidFill>
              <a:latin typeface="Segoe UI" panose="020B0502040204020203" pitchFamily="34" charset="0"/>
              <a:ea typeface="Helvetica" charset="0"/>
              <a:cs typeface="Segoe UI" panose="020B0502040204020203"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4_4 column layout with summary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365126"/>
            <a:ext cx="7738707" cy="661932"/>
          </a:xfrm>
        </p:spPr>
        <p:txBody>
          <a:bodyPr>
            <a:normAutofit/>
          </a:bodyPr>
          <a:lstStyle>
            <a:lvl1pPr>
              <a:defRPr sz="2200">
                <a:solidFill>
                  <a:srgbClr val="003399"/>
                </a:solidFill>
              </a:defRPr>
            </a:lvl1pPr>
          </a:lstStyle>
          <a:p>
            <a:r>
              <a:rPr lang="en-US" dirty="0"/>
              <a:t>Click to add header 22pt</a:t>
            </a:r>
            <a:endParaRPr lang="en-IN" dirty="0"/>
          </a:p>
        </p:txBody>
      </p:sp>
      <p:sp>
        <p:nvSpPr>
          <p:cNvPr id="7" name="Content Placeholder 6"/>
          <p:cNvSpPr>
            <a:spLocks noGrp="1"/>
          </p:cNvSpPr>
          <p:nvPr>
            <p:ph sz="quarter" idx="12" hasCustomPrompt="1"/>
          </p:nvPr>
        </p:nvSpPr>
        <p:spPr>
          <a:xfrm>
            <a:off x="838200" y="3553101"/>
            <a:ext cx="2123364" cy="2575761"/>
          </a:xfrm>
        </p:spPr>
        <p:txBody>
          <a:bodyPr>
            <a:normAutofit/>
          </a:bodyPr>
          <a:lstStyle>
            <a:lvl1pPr>
              <a:defRPr sz="1400">
                <a:solidFill>
                  <a:schemeClr val="bg2">
                    <a:lumMod val="10000"/>
                  </a:schemeClr>
                </a:solidFill>
              </a:defRPr>
            </a:lvl1pPr>
          </a:lstStyle>
          <a:p>
            <a:pPr lvl="0"/>
            <a:r>
              <a:rPr lang="en-US" dirty="0"/>
              <a:t>Click to add text 14pt</a:t>
            </a:r>
            <a:endParaRPr lang="en-IN" dirty="0"/>
          </a:p>
        </p:txBody>
      </p:sp>
      <p:sp>
        <p:nvSpPr>
          <p:cNvPr id="16" name="Content Placeholder 6"/>
          <p:cNvSpPr>
            <a:spLocks noGrp="1"/>
          </p:cNvSpPr>
          <p:nvPr>
            <p:ph sz="quarter" idx="13" hasCustomPrompt="1"/>
          </p:nvPr>
        </p:nvSpPr>
        <p:spPr>
          <a:xfrm>
            <a:off x="9230436" y="3553097"/>
            <a:ext cx="2123364" cy="2575763"/>
          </a:xfrm>
        </p:spPr>
        <p:txBody>
          <a:bodyPr>
            <a:normAutofit/>
          </a:bodyPr>
          <a:lstStyle>
            <a:lvl1pPr>
              <a:defRPr sz="1400">
                <a:solidFill>
                  <a:schemeClr val="bg2">
                    <a:lumMod val="10000"/>
                  </a:schemeClr>
                </a:solidFill>
              </a:defRPr>
            </a:lvl1pPr>
          </a:lstStyle>
          <a:p>
            <a:pPr lvl="0"/>
            <a:r>
              <a:rPr lang="en-US" dirty="0"/>
              <a:t>Click to add text 14pt</a:t>
            </a:r>
            <a:endParaRPr lang="en-IN" dirty="0"/>
          </a:p>
        </p:txBody>
      </p:sp>
      <p:sp>
        <p:nvSpPr>
          <p:cNvPr id="17" name="Content Placeholder 6"/>
          <p:cNvSpPr>
            <a:spLocks noGrp="1"/>
          </p:cNvSpPr>
          <p:nvPr>
            <p:ph sz="quarter" idx="14" hasCustomPrompt="1"/>
          </p:nvPr>
        </p:nvSpPr>
        <p:spPr>
          <a:xfrm>
            <a:off x="3615093" y="3553098"/>
            <a:ext cx="2123364" cy="2575761"/>
          </a:xfrm>
        </p:spPr>
        <p:txBody>
          <a:bodyPr>
            <a:normAutofit/>
          </a:bodyPr>
          <a:lstStyle>
            <a:lvl1pPr>
              <a:defRPr sz="1400">
                <a:solidFill>
                  <a:schemeClr val="bg2">
                    <a:lumMod val="10000"/>
                  </a:schemeClr>
                </a:solidFill>
              </a:defRPr>
            </a:lvl1pPr>
          </a:lstStyle>
          <a:p>
            <a:pPr lvl="0"/>
            <a:r>
              <a:rPr lang="en-US" dirty="0"/>
              <a:t>Click to add text 14pt</a:t>
            </a:r>
            <a:endParaRPr lang="en-IN" dirty="0"/>
          </a:p>
        </p:txBody>
      </p:sp>
      <p:sp>
        <p:nvSpPr>
          <p:cNvPr id="18" name="Content Placeholder 6"/>
          <p:cNvSpPr>
            <a:spLocks noGrp="1"/>
          </p:cNvSpPr>
          <p:nvPr>
            <p:ph sz="quarter" idx="15" hasCustomPrompt="1"/>
          </p:nvPr>
        </p:nvSpPr>
        <p:spPr>
          <a:xfrm>
            <a:off x="6453543" y="3553097"/>
            <a:ext cx="2123364" cy="2575761"/>
          </a:xfrm>
        </p:spPr>
        <p:txBody>
          <a:bodyPr>
            <a:normAutofit/>
          </a:bodyPr>
          <a:lstStyle>
            <a:lvl1pPr>
              <a:defRPr sz="1400">
                <a:solidFill>
                  <a:schemeClr val="bg2">
                    <a:lumMod val="10000"/>
                  </a:schemeClr>
                </a:solidFill>
              </a:defRPr>
            </a:lvl1pPr>
          </a:lstStyle>
          <a:p>
            <a:pPr lvl="0"/>
            <a:r>
              <a:rPr lang="en-US" dirty="0"/>
              <a:t>Click to add text 14pt</a:t>
            </a:r>
            <a:endParaRPr lang="en-IN" dirty="0"/>
          </a:p>
        </p:txBody>
      </p:sp>
      <p:sp>
        <p:nvSpPr>
          <p:cNvPr id="19" name="Content Placeholder 9"/>
          <p:cNvSpPr>
            <a:spLocks noGrp="1"/>
          </p:cNvSpPr>
          <p:nvPr>
            <p:ph sz="quarter" idx="16" hasCustomPrompt="1"/>
          </p:nvPr>
        </p:nvSpPr>
        <p:spPr>
          <a:xfrm>
            <a:off x="838200" y="1563973"/>
            <a:ext cx="7738707" cy="1159670"/>
          </a:xfrm>
        </p:spPr>
        <p:txBody>
          <a:bodyPr>
            <a:normAutofit/>
          </a:bodyPr>
          <a:lstStyle>
            <a:lvl1pPr>
              <a:defRPr sz="1600">
                <a:solidFill>
                  <a:schemeClr val="bg2">
                    <a:lumMod val="10000"/>
                  </a:schemeClr>
                </a:solidFill>
              </a:defRPr>
            </a:lvl1pPr>
          </a:lstStyle>
          <a:p>
            <a:pPr lvl="0"/>
            <a:r>
              <a:rPr lang="en-US" dirty="0"/>
              <a:t>Click to add brief summary 16pt</a:t>
            </a:r>
            <a:endParaRPr lang="en-IN" dirty="0"/>
          </a:p>
        </p:txBody>
      </p:sp>
      <p:sp>
        <p:nvSpPr>
          <p:cNvPr id="13" name="Text Placeholder 5"/>
          <p:cNvSpPr>
            <a:spLocks noGrp="1"/>
          </p:cNvSpPr>
          <p:nvPr>
            <p:ph type="body" sz="quarter" idx="17" hasCustomPrompt="1"/>
          </p:nvPr>
        </p:nvSpPr>
        <p:spPr>
          <a:xfrm>
            <a:off x="837844" y="2896724"/>
            <a:ext cx="2124075" cy="457155"/>
          </a:xfrm>
        </p:spPr>
        <p:txBody>
          <a:bodyPr anchor="ctr">
            <a:normAutofit/>
          </a:bodyPr>
          <a:lstStyle>
            <a:lvl1pPr marL="0" indent="0" algn="l">
              <a:buNone/>
              <a:defRPr sz="1400" b="1" i="0">
                <a:solidFill>
                  <a:srgbClr val="003399"/>
                </a:solidFill>
                <a:latin typeface="Segoe UI Semibold" panose="020B0702040204020203" pitchFamily="34" charset="0"/>
                <a:cs typeface="Segoe UI Semibold" panose="020B0702040204020203" pitchFamily="34" charset="0"/>
              </a:defRPr>
            </a:lvl1pPr>
          </a:lstStyle>
          <a:p>
            <a:pPr lvl="0"/>
            <a:r>
              <a:rPr lang="en-US" dirty="0"/>
              <a:t>&lt;Insert Title&gt;</a:t>
            </a:r>
            <a:endParaRPr lang="en-IN" dirty="0"/>
          </a:p>
        </p:txBody>
      </p:sp>
      <p:sp>
        <p:nvSpPr>
          <p:cNvPr id="14" name="Text Placeholder 5"/>
          <p:cNvSpPr>
            <a:spLocks noGrp="1"/>
          </p:cNvSpPr>
          <p:nvPr>
            <p:ph type="body" sz="quarter" idx="18" hasCustomPrompt="1"/>
          </p:nvPr>
        </p:nvSpPr>
        <p:spPr>
          <a:xfrm>
            <a:off x="3614738" y="2896725"/>
            <a:ext cx="2124075" cy="457155"/>
          </a:xfrm>
        </p:spPr>
        <p:txBody>
          <a:bodyPr anchor="ctr">
            <a:normAutofit/>
          </a:bodyPr>
          <a:lstStyle>
            <a:lvl1pPr marL="0" indent="0" algn="l">
              <a:buNone/>
              <a:defRPr sz="1400" b="1" i="0">
                <a:solidFill>
                  <a:srgbClr val="003399"/>
                </a:solidFill>
                <a:latin typeface="Segoe UI Semibold" panose="020B0702040204020203" pitchFamily="34" charset="0"/>
                <a:cs typeface="Segoe UI Semibold" panose="020B0702040204020203" pitchFamily="34" charset="0"/>
              </a:defRPr>
            </a:lvl1pPr>
          </a:lstStyle>
          <a:p>
            <a:pPr lvl="0"/>
            <a:r>
              <a:rPr lang="en-US" dirty="0"/>
              <a:t>&lt;Insert Title&gt;</a:t>
            </a:r>
            <a:endParaRPr lang="en-IN" dirty="0"/>
          </a:p>
        </p:txBody>
      </p:sp>
      <p:sp>
        <p:nvSpPr>
          <p:cNvPr id="15" name="Text Placeholder 5"/>
          <p:cNvSpPr>
            <a:spLocks noGrp="1"/>
          </p:cNvSpPr>
          <p:nvPr>
            <p:ph type="body" sz="quarter" idx="19" hasCustomPrompt="1"/>
          </p:nvPr>
        </p:nvSpPr>
        <p:spPr>
          <a:xfrm>
            <a:off x="6453899" y="2883617"/>
            <a:ext cx="2124075" cy="457155"/>
          </a:xfrm>
        </p:spPr>
        <p:txBody>
          <a:bodyPr anchor="ctr">
            <a:normAutofit/>
          </a:bodyPr>
          <a:lstStyle>
            <a:lvl1pPr marL="0" indent="0" algn="l">
              <a:buNone/>
              <a:defRPr sz="1400" b="1" i="0">
                <a:solidFill>
                  <a:srgbClr val="003399"/>
                </a:solidFill>
                <a:latin typeface="Segoe UI Semibold" panose="020B0702040204020203" pitchFamily="34" charset="0"/>
                <a:cs typeface="Segoe UI Semibold" panose="020B0702040204020203" pitchFamily="34" charset="0"/>
              </a:defRPr>
            </a:lvl1pPr>
          </a:lstStyle>
          <a:p>
            <a:pPr lvl="0"/>
            <a:r>
              <a:rPr lang="en-US" dirty="0"/>
              <a:t>&lt;Insert Title&gt;</a:t>
            </a:r>
            <a:endParaRPr lang="en-IN" dirty="0"/>
          </a:p>
        </p:txBody>
      </p:sp>
      <p:sp>
        <p:nvSpPr>
          <p:cNvPr id="20" name="Text Placeholder 5"/>
          <p:cNvSpPr>
            <a:spLocks noGrp="1"/>
          </p:cNvSpPr>
          <p:nvPr>
            <p:ph type="body" sz="quarter" idx="20" hasCustomPrompt="1"/>
          </p:nvPr>
        </p:nvSpPr>
        <p:spPr>
          <a:xfrm>
            <a:off x="9230436" y="2896724"/>
            <a:ext cx="2124075" cy="457155"/>
          </a:xfrm>
        </p:spPr>
        <p:txBody>
          <a:bodyPr anchor="ctr">
            <a:normAutofit/>
          </a:bodyPr>
          <a:lstStyle>
            <a:lvl1pPr marL="0" indent="0" algn="l">
              <a:buNone/>
              <a:defRPr sz="1400" b="1" i="0">
                <a:solidFill>
                  <a:srgbClr val="003399"/>
                </a:solidFill>
                <a:latin typeface="Segoe UI Semibold" panose="020B0702040204020203" pitchFamily="34" charset="0"/>
                <a:cs typeface="Segoe UI Semibold" panose="020B0702040204020203" pitchFamily="34" charset="0"/>
              </a:defRPr>
            </a:lvl1pPr>
          </a:lstStyle>
          <a:p>
            <a:pPr lvl="0"/>
            <a:r>
              <a:rPr lang="en-US" dirty="0"/>
              <a:t>&lt;Insert Title&gt;</a:t>
            </a:r>
            <a:endParaRPr lang="en-IN" dirty="0"/>
          </a:p>
        </p:txBody>
      </p:sp>
      <p:pic>
        <p:nvPicPr>
          <p:cNvPr id="22" name="Picture 21"/>
          <p:cNvPicPr>
            <a:picLocks noChangeAspect="1"/>
          </p:cNvPicPr>
          <p:nvPr userDrawn="1"/>
        </p:nvPicPr>
        <p:blipFill>
          <a:blip r:embed="rId2" cstate="screen"/>
          <a:stretch>
            <a:fillRect/>
          </a:stretch>
        </p:blipFill>
        <p:spPr>
          <a:xfrm>
            <a:off x="10905543" y="167836"/>
            <a:ext cx="1040440" cy="137884"/>
          </a:xfrm>
          <a:prstGeom prst="rect">
            <a:avLst/>
          </a:prstGeom>
        </p:spPr>
      </p:pic>
      <p:sp>
        <p:nvSpPr>
          <p:cNvPr id="21" name="Rectangle 20"/>
          <p:cNvSpPr/>
          <p:nvPr userDrawn="1"/>
        </p:nvSpPr>
        <p:spPr>
          <a:xfrm>
            <a:off x="0" y="6654866"/>
            <a:ext cx="12192000" cy="203134"/>
          </a:xfrm>
          <a:prstGeom prst="rect">
            <a:avLst/>
          </a:prstGeom>
          <a:solidFill>
            <a:srgbClr val="D74E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egoe UI" panose="020B0502040204020203" pitchFamily="34" charset="0"/>
              <a:cs typeface="Segoe UI" panose="020B0502040204020203" pitchFamily="34" charset="0"/>
            </a:endParaRPr>
          </a:p>
        </p:txBody>
      </p:sp>
      <p:sp>
        <p:nvSpPr>
          <p:cNvPr id="24" name="Slide Number Placeholder 5"/>
          <p:cNvSpPr txBox="1"/>
          <p:nvPr userDrawn="1"/>
        </p:nvSpPr>
        <p:spPr>
          <a:xfrm>
            <a:off x="11556648" y="6608673"/>
            <a:ext cx="389335" cy="268956"/>
          </a:xfrm>
          <a:prstGeom prst="rect">
            <a:avLst/>
          </a:prstGeom>
          <a:ln>
            <a:noFill/>
          </a:ln>
        </p:spPr>
        <p:txBody>
          <a:bodyPr anchor="ctr"/>
          <a:lstStyle>
            <a:defPPr>
              <a:defRPr lang="en-US"/>
            </a:defPPr>
            <a:lvl1pPr marL="0" algn="r" defTabSz="914400" rtl="0" eaLnBrk="1" latinLnBrk="0" hangingPunct="1">
              <a:defRPr sz="1080" b="0" i="0" kern="1200">
                <a:solidFill>
                  <a:schemeClr val="accent4">
                    <a:lumMod val="75000"/>
                  </a:schemeClr>
                </a:solidFill>
                <a:latin typeface="Helvetica" charset="0"/>
                <a:ea typeface="Roboto Light" charset="0"/>
                <a:cs typeface="Helvetic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936C95AE-7298-45E1-9514-94AFF5BED89B}" type="slidenum">
              <a:rPr lang="en-US" sz="800" b="0" i="0" kern="1200" smtClean="0">
                <a:solidFill>
                  <a:srgbClr val="FFFFFF"/>
                </a:solidFill>
                <a:latin typeface="Segoe UI" panose="020B0502040204020203" pitchFamily="34" charset="0"/>
                <a:ea typeface="Helvetica Neue Thin" panose="020B0403020202020204" pitchFamily="34" charset="0"/>
                <a:cs typeface="Segoe UI" panose="020B0502040204020203" pitchFamily="34" charset="0"/>
              </a:rPr>
            </a:fld>
            <a:endParaRPr lang="en-US" sz="800" b="0" i="0" kern="1200" dirty="0">
              <a:solidFill>
                <a:srgbClr val="FFFFFF"/>
              </a:solidFill>
              <a:latin typeface="Segoe UI" panose="020B0502040204020203" pitchFamily="34" charset="0"/>
              <a:ea typeface="Helvetica Neue Thin" panose="020B0403020202020204" pitchFamily="34" charset="0"/>
              <a:cs typeface="Segoe UI" panose="020B0502040204020203" pitchFamily="34" charset="0"/>
            </a:endParaRPr>
          </a:p>
        </p:txBody>
      </p:sp>
      <p:sp>
        <p:nvSpPr>
          <p:cNvPr id="23" name="Subtitle 2"/>
          <p:cNvSpPr txBox="1"/>
          <p:nvPr userDrawn="1"/>
        </p:nvSpPr>
        <p:spPr>
          <a:xfrm>
            <a:off x="0" y="6663619"/>
            <a:ext cx="5298281" cy="203133"/>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Font typeface="Arial" panose="020B0604020202020204"/>
              <a:buNone/>
            </a:pPr>
            <a:r>
              <a:rPr lang="en-US" sz="800" dirty="0" err="1">
                <a:solidFill>
                  <a:srgbClr val="FFFFFF"/>
                </a:solidFill>
                <a:latin typeface="Segoe UI" panose="020B0502040204020203" pitchFamily="34" charset="0"/>
                <a:ea typeface="Helvetica" charset="0"/>
                <a:cs typeface="Segoe UI" panose="020B0502040204020203" pitchFamily="34" charset="0"/>
              </a:rPr>
              <a:t>Azentio.com</a:t>
            </a:r>
            <a:r>
              <a:rPr lang="en-US" sz="800" dirty="0">
                <a:solidFill>
                  <a:srgbClr val="FFFFFF"/>
                </a:solidFill>
                <a:latin typeface="Segoe UI" panose="020B0502040204020203" pitchFamily="34" charset="0"/>
                <a:ea typeface="Helvetica" charset="0"/>
                <a:cs typeface="Segoe UI" panose="020B0502040204020203" pitchFamily="34" charset="0"/>
              </a:rPr>
              <a:t> | All rights reserved. This document is proprietary and confidential.</a:t>
            </a:r>
            <a:endParaRPr lang="en-US" sz="800" dirty="0">
              <a:solidFill>
                <a:srgbClr val="FFFFFF"/>
              </a:solidFill>
              <a:latin typeface="Segoe UI" panose="020B0502040204020203" pitchFamily="34" charset="0"/>
              <a:ea typeface="Helvetica" charset="0"/>
              <a:cs typeface="Segoe UI" panose="020B0502040204020203"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5_Multiple table/ graph/ conten layou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365166"/>
            <a:ext cx="9766466" cy="661934"/>
          </a:xfrm>
        </p:spPr>
        <p:txBody>
          <a:bodyPr>
            <a:normAutofit/>
          </a:bodyPr>
          <a:lstStyle>
            <a:lvl1pPr>
              <a:defRPr sz="2200" baseline="0">
                <a:solidFill>
                  <a:srgbClr val="003399"/>
                </a:solidFill>
              </a:defRPr>
            </a:lvl1pPr>
          </a:lstStyle>
          <a:p>
            <a:r>
              <a:rPr lang="en-US" dirty="0"/>
              <a:t>Click to add header 22pt</a:t>
            </a:r>
            <a:endParaRPr lang="en-IN" dirty="0"/>
          </a:p>
        </p:txBody>
      </p:sp>
      <p:sp>
        <p:nvSpPr>
          <p:cNvPr id="33" name="Content Placeholder 32"/>
          <p:cNvSpPr>
            <a:spLocks noGrp="1"/>
          </p:cNvSpPr>
          <p:nvPr>
            <p:ph sz="quarter" idx="33" hasCustomPrompt="1"/>
          </p:nvPr>
        </p:nvSpPr>
        <p:spPr>
          <a:xfrm>
            <a:off x="7547212" y="1540892"/>
            <a:ext cx="3806588" cy="2183642"/>
          </a:xfrm>
        </p:spPr>
        <p:txBody>
          <a:bodyPr>
            <a:normAutofit/>
          </a:bodyPr>
          <a:lstStyle>
            <a:lvl1pPr marL="0" indent="0">
              <a:buNone/>
              <a:defRPr sz="1200">
                <a:solidFill>
                  <a:schemeClr val="bg2">
                    <a:lumMod val="10000"/>
                  </a:schemeClr>
                </a:solidFill>
              </a:defRPr>
            </a:lvl1pPr>
          </a:lstStyle>
          <a:p>
            <a:pPr lvl="0"/>
            <a:r>
              <a:rPr lang="en-US" dirty="0"/>
              <a:t>Insert chart/ table/ graph</a:t>
            </a:r>
            <a:endParaRPr lang="en-IN" dirty="0"/>
          </a:p>
        </p:txBody>
      </p:sp>
      <p:sp>
        <p:nvSpPr>
          <p:cNvPr id="34" name="Content Placeholder 5"/>
          <p:cNvSpPr>
            <a:spLocks noGrp="1"/>
          </p:cNvSpPr>
          <p:nvPr>
            <p:ph sz="quarter" idx="4" hasCustomPrompt="1"/>
          </p:nvPr>
        </p:nvSpPr>
        <p:spPr>
          <a:xfrm>
            <a:off x="848132" y="1540892"/>
            <a:ext cx="6301539" cy="4409531"/>
          </a:xfrm>
        </p:spPr>
        <p:txBody>
          <a:bodyPr>
            <a:normAutofit/>
          </a:bodyPr>
          <a:lstStyle>
            <a:lvl1pPr>
              <a:defRPr sz="1600">
                <a:solidFill>
                  <a:schemeClr val="bg2">
                    <a:lumMod val="10000"/>
                  </a:schemeClr>
                </a:solidFill>
              </a:defRPr>
            </a:lvl1pPr>
          </a:lstStyle>
          <a:p>
            <a:pPr lvl="0"/>
            <a:r>
              <a:rPr lang="en-US" dirty="0"/>
              <a:t>Insert chart/ table/ graph/ text</a:t>
            </a:r>
            <a:endParaRPr lang="en-IN" dirty="0"/>
          </a:p>
        </p:txBody>
      </p:sp>
      <p:sp>
        <p:nvSpPr>
          <p:cNvPr id="32" name="Content Placeholder 32"/>
          <p:cNvSpPr>
            <a:spLocks noGrp="1"/>
          </p:cNvSpPr>
          <p:nvPr>
            <p:ph sz="quarter" idx="35" hasCustomPrompt="1"/>
          </p:nvPr>
        </p:nvSpPr>
        <p:spPr>
          <a:xfrm>
            <a:off x="7547212" y="3766781"/>
            <a:ext cx="3806588" cy="2183642"/>
          </a:xfrm>
        </p:spPr>
        <p:txBody>
          <a:bodyPr>
            <a:normAutofit/>
          </a:bodyPr>
          <a:lstStyle>
            <a:lvl1pPr marL="0" indent="0">
              <a:buNone/>
              <a:defRPr sz="1200">
                <a:solidFill>
                  <a:schemeClr val="bg2">
                    <a:lumMod val="10000"/>
                  </a:schemeClr>
                </a:solidFill>
              </a:defRPr>
            </a:lvl1pPr>
          </a:lstStyle>
          <a:p>
            <a:pPr lvl="0"/>
            <a:r>
              <a:rPr lang="en-US" dirty="0"/>
              <a:t>Insert chart/ table/ graph</a:t>
            </a:r>
            <a:endParaRPr lang="en-IN" dirty="0"/>
          </a:p>
        </p:txBody>
      </p:sp>
      <p:pic>
        <p:nvPicPr>
          <p:cNvPr id="8" name="Picture 7"/>
          <p:cNvPicPr>
            <a:picLocks noChangeAspect="1"/>
          </p:cNvPicPr>
          <p:nvPr userDrawn="1"/>
        </p:nvPicPr>
        <p:blipFill>
          <a:blip r:embed="rId2" cstate="screen"/>
          <a:stretch>
            <a:fillRect/>
          </a:stretch>
        </p:blipFill>
        <p:spPr>
          <a:xfrm>
            <a:off x="10905543" y="167836"/>
            <a:ext cx="1040440" cy="137884"/>
          </a:xfrm>
          <a:prstGeom prst="rect">
            <a:avLst/>
          </a:prstGeom>
        </p:spPr>
      </p:pic>
      <p:sp>
        <p:nvSpPr>
          <p:cNvPr id="11" name="Rectangle 10"/>
          <p:cNvSpPr/>
          <p:nvPr userDrawn="1"/>
        </p:nvSpPr>
        <p:spPr>
          <a:xfrm>
            <a:off x="0" y="6654866"/>
            <a:ext cx="12192000" cy="203134"/>
          </a:xfrm>
          <a:prstGeom prst="rect">
            <a:avLst/>
          </a:prstGeom>
          <a:solidFill>
            <a:srgbClr val="D74E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egoe UI" panose="020B0502040204020203" pitchFamily="34" charset="0"/>
              <a:cs typeface="Segoe UI" panose="020B0502040204020203" pitchFamily="34" charset="0"/>
            </a:endParaRPr>
          </a:p>
        </p:txBody>
      </p:sp>
      <p:sp>
        <p:nvSpPr>
          <p:cNvPr id="13" name="Slide Number Placeholder 5"/>
          <p:cNvSpPr txBox="1"/>
          <p:nvPr userDrawn="1"/>
        </p:nvSpPr>
        <p:spPr>
          <a:xfrm>
            <a:off x="11556648" y="6608673"/>
            <a:ext cx="389335" cy="268956"/>
          </a:xfrm>
          <a:prstGeom prst="rect">
            <a:avLst/>
          </a:prstGeom>
          <a:ln>
            <a:noFill/>
          </a:ln>
        </p:spPr>
        <p:txBody>
          <a:bodyPr anchor="ctr"/>
          <a:lstStyle>
            <a:defPPr>
              <a:defRPr lang="en-US"/>
            </a:defPPr>
            <a:lvl1pPr marL="0" algn="r" defTabSz="914400" rtl="0" eaLnBrk="1" latinLnBrk="0" hangingPunct="1">
              <a:defRPr sz="1080" b="0" i="0" kern="1200">
                <a:solidFill>
                  <a:schemeClr val="accent4">
                    <a:lumMod val="75000"/>
                  </a:schemeClr>
                </a:solidFill>
                <a:latin typeface="Helvetica" charset="0"/>
                <a:ea typeface="Roboto Light" charset="0"/>
                <a:cs typeface="Helvetic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936C95AE-7298-45E1-9514-94AFF5BED89B}" type="slidenum">
              <a:rPr lang="en-US" sz="800" b="0" i="0" kern="1200" smtClean="0">
                <a:solidFill>
                  <a:srgbClr val="FFFFFF"/>
                </a:solidFill>
                <a:latin typeface="Segoe UI" panose="020B0502040204020203" pitchFamily="34" charset="0"/>
                <a:ea typeface="Helvetica Neue Thin" panose="020B0403020202020204" pitchFamily="34" charset="0"/>
                <a:cs typeface="Segoe UI" panose="020B0502040204020203" pitchFamily="34" charset="0"/>
              </a:rPr>
            </a:fld>
            <a:endParaRPr lang="en-US" sz="800" b="0" i="0" kern="1200" dirty="0">
              <a:solidFill>
                <a:srgbClr val="FFFFFF"/>
              </a:solidFill>
              <a:latin typeface="Segoe UI" panose="020B0502040204020203" pitchFamily="34" charset="0"/>
              <a:ea typeface="Helvetica Neue Thin" panose="020B0403020202020204" pitchFamily="34" charset="0"/>
              <a:cs typeface="Segoe UI" panose="020B0502040204020203" pitchFamily="34" charset="0"/>
            </a:endParaRPr>
          </a:p>
        </p:txBody>
      </p:sp>
      <p:sp>
        <p:nvSpPr>
          <p:cNvPr id="12" name="Subtitle 2"/>
          <p:cNvSpPr txBox="1"/>
          <p:nvPr userDrawn="1"/>
        </p:nvSpPr>
        <p:spPr>
          <a:xfrm>
            <a:off x="0" y="6663619"/>
            <a:ext cx="5298281" cy="203133"/>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Font typeface="Arial" panose="020B0604020202020204"/>
              <a:buNone/>
            </a:pPr>
            <a:r>
              <a:rPr lang="en-US" sz="800" dirty="0" err="1">
                <a:solidFill>
                  <a:srgbClr val="FFFFFF"/>
                </a:solidFill>
                <a:latin typeface="Segoe UI" panose="020B0502040204020203" pitchFamily="34" charset="0"/>
                <a:ea typeface="Helvetica" charset="0"/>
                <a:cs typeface="Segoe UI" panose="020B0502040204020203" pitchFamily="34" charset="0"/>
              </a:rPr>
              <a:t>Azentio.com</a:t>
            </a:r>
            <a:r>
              <a:rPr lang="en-US" sz="800" dirty="0">
                <a:solidFill>
                  <a:srgbClr val="FFFFFF"/>
                </a:solidFill>
                <a:latin typeface="Segoe UI" panose="020B0502040204020203" pitchFamily="34" charset="0"/>
                <a:ea typeface="Helvetica" charset="0"/>
                <a:cs typeface="Segoe UI" panose="020B0502040204020203" pitchFamily="34" charset="0"/>
              </a:rPr>
              <a:t> | All rights reserved. This document is proprietary and confidential.</a:t>
            </a:r>
            <a:endParaRPr lang="en-US" sz="800" dirty="0">
              <a:solidFill>
                <a:srgbClr val="FFFFFF"/>
              </a:solidFill>
              <a:latin typeface="Segoe UI" panose="020B0502040204020203" pitchFamily="34" charset="0"/>
              <a:ea typeface="Helvetica" charset="0"/>
              <a:cs typeface="Segoe UI" panose="020B0502040204020203"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6_Compariso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365166"/>
            <a:ext cx="9506805" cy="661934"/>
          </a:xfrm>
        </p:spPr>
        <p:txBody>
          <a:bodyPr>
            <a:normAutofit/>
          </a:bodyPr>
          <a:lstStyle>
            <a:lvl1pPr>
              <a:defRPr sz="2200">
                <a:solidFill>
                  <a:srgbClr val="003399"/>
                </a:solidFill>
              </a:defRPr>
            </a:lvl1pPr>
          </a:lstStyle>
          <a:p>
            <a:r>
              <a:rPr lang="en-US" dirty="0"/>
              <a:t>Click to add header 22pt</a:t>
            </a:r>
            <a:endParaRPr lang="en-IN" dirty="0"/>
          </a:p>
        </p:txBody>
      </p:sp>
      <p:sp>
        <p:nvSpPr>
          <p:cNvPr id="34" name="Content Placeholder 5"/>
          <p:cNvSpPr>
            <a:spLocks noGrp="1"/>
          </p:cNvSpPr>
          <p:nvPr>
            <p:ph sz="quarter" idx="4" hasCustomPrompt="1"/>
          </p:nvPr>
        </p:nvSpPr>
        <p:spPr>
          <a:xfrm>
            <a:off x="848133" y="1540892"/>
            <a:ext cx="4991193" cy="4409531"/>
          </a:xfrm>
        </p:spPr>
        <p:txBody>
          <a:bodyPr>
            <a:normAutofit/>
          </a:bodyPr>
          <a:lstStyle>
            <a:lvl1pPr marL="228600" indent="-228600">
              <a:buClr>
                <a:srgbClr val="003399"/>
              </a:buClr>
              <a:buFont typeface="Wingdings" panose="05000000000000000000" pitchFamily="2" charset="2"/>
              <a:buChar char="§"/>
              <a:defRPr sz="1600">
                <a:solidFill>
                  <a:schemeClr val="bg2">
                    <a:lumMod val="10000"/>
                  </a:schemeClr>
                </a:solidFill>
              </a:defRPr>
            </a:lvl1pPr>
          </a:lstStyle>
          <a:p>
            <a:pPr lvl="0"/>
            <a:r>
              <a:rPr lang="en-US" dirty="0"/>
              <a:t>Insert chart/ table/ graph/ text</a:t>
            </a:r>
            <a:endParaRPr lang="en-IN" dirty="0"/>
          </a:p>
        </p:txBody>
      </p:sp>
      <p:sp>
        <p:nvSpPr>
          <p:cNvPr id="8" name="Content Placeholder 5"/>
          <p:cNvSpPr>
            <a:spLocks noGrp="1"/>
          </p:cNvSpPr>
          <p:nvPr>
            <p:ph sz="quarter" idx="12" hasCustomPrompt="1"/>
          </p:nvPr>
        </p:nvSpPr>
        <p:spPr>
          <a:xfrm>
            <a:off x="6352675" y="1540891"/>
            <a:ext cx="5001123" cy="4409531"/>
          </a:xfrm>
        </p:spPr>
        <p:txBody>
          <a:bodyPr>
            <a:normAutofit/>
          </a:bodyPr>
          <a:lstStyle>
            <a:lvl1pPr marL="228600" indent="-228600">
              <a:buClr>
                <a:srgbClr val="003399"/>
              </a:buClr>
              <a:buFont typeface="Wingdings" panose="05000000000000000000" pitchFamily="2" charset="2"/>
              <a:buChar char="§"/>
              <a:defRPr sz="1600">
                <a:solidFill>
                  <a:schemeClr val="bg2">
                    <a:lumMod val="10000"/>
                  </a:schemeClr>
                </a:solidFill>
              </a:defRPr>
            </a:lvl1pPr>
          </a:lstStyle>
          <a:p>
            <a:pPr lvl="0"/>
            <a:r>
              <a:rPr lang="en-US" dirty="0"/>
              <a:t>Insert chart/ table/ graph/ text</a:t>
            </a:r>
            <a:endParaRPr lang="en-IN" dirty="0"/>
          </a:p>
        </p:txBody>
      </p:sp>
      <p:pic>
        <p:nvPicPr>
          <p:cNvPr id="7" name="Picture 6"/>
          <p:cNvPicPr>
            <a:picLocks noChangeAspect="1"/>
          </p:cNvPicPr>
          <p:nvPr userDrawn="1"/>
        </p:nvPicPr>
        <p:blipFill>
          <a:blip r:embed="rId2" cstate="screen"/>
          <a:stretch>
            <a:fillRect/>
          </a:stretch>
        </p:blipFill>
        <p:spPr>
          <a:xfrm>
            <a:off x="10905543" y="167836"/>
            <a:ext cx="1040440" cy="137884"/>
          </a:xfrm>
          <a:prstGeom prst="rect">
            <a:avLst/>
          </a:prstGeom>
        </p:spPr>
      </p:pic>
      <p:sp>
        <p:nvSpPr>
          <p:cNvPr id="10" name="Rectangle 9"/>
          <p:cNvSpPr/>
          <p:nvPr userDrawn="1"/>
        </p:nvSpPr>
        <p:spPr>
          <a:xfrm>
            <a:off x="0" y="6654866"/>
            <a:ext cx="12192000" cy="203134"/>
          </a:xfrm>
          <a:prstGeom prst="rect">
            <a:avLst/>
          </a:prstGeom>
          <a:solidFill>
            <a:srgbClr val="D74E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egoe UI" panose="020B0502040204020203" pitchFamily="34" charset="0"/>
              <a:cs typeface="Segoe UI" panose="020B0502040204020203" pitchFamily="34" charset="0"/>
            </a:endParaRPr>
          </a:p>
        </p:txBody>
      </p:sp>
      <p:sp>
        <p:nvSpPr>
          <p:cNvPr id="12" name="Slide Number Placeholder 5"/>
          <p:cNvSpPr txBox="1"/>
          <p:nvPr userDrawn="1"/>
        </p:nvSpPr>
        <p:spPr>
          <a:xfrm>
            <a:off x="11556648" y="6608673"/>
            <a:ext cx="389335" cy="268956"/>
          </a:xfrm>
          <a:prstGeom prst="rect">
            <a:avLst/>
          </a:prstGeom>
          <a:ln>
            <a:noFill/>
          </a:ln>
        </p:spPr>
        <p:txBody>
          <a:bodyPr anchor="ctr"/>
          <a:lstStyle>
            <a:defPPr>
              <a:defRPr lang="en-US"/>
            </a:defPPr>
            <a:lvl1pPr marL="0" algn="r" defTabSz="914400" rtl="0" eaLnBrk="1" latinLnBrk="0" hangingPunct="1">
              <a:defRPr sz="1080" b="0" i="0" kern="1200">
                <a:solidFill>
                  <a:schemeClr val="accent4">
                    <a:lumMod val="75000"/>
                  </a:schemeClr>
                </a:solidFill>
                <a:latin typeface="Helvetica" charset="0"/>
                <a:ea typeface="Roboto Light" charset="0"/>
                <a:cs typeface="Helvetic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936C95AE-7298-45E1-9514-94AFF5BED89B}" type="slidenum">
              <a:rPr lang="en-US" sz="800" b="0" i="0" kern="1200" smtClean="0">
                <a:solidFill>
                  <a:srgbClr val="FFFFFF"/>
                </a:solidFill>
                <a:latin typeface="Segoe UI" panose="020B0502040204020203" pitchFamily="34" charset="0"/>
                <a:ea typeface="Helvetica Neue Thin" panose="020B0403020202020204" pitchFamily="34" charset="0"/>
                <a:cs typeface="Segoe UI" panose="020B0502040204020203" pitchFamily="34" charset="0"/>
              </a:rPr>
            </a:fld>
            <a:endParaRPr lang="en-US" sz="800" b="0" i="0" kern="1200" dirty="0">
              <a:solidFill>
                <a:srgbClr val="FFFFFF"/>
              </a:solidFill>
              <a:latin typeface="Segoe UI" panose="020B0502040204020203" pitchFamily="34" charset="0"/>
              <a:ea typeface="Helvetica Neue Thin" panose="020B0403020202020204" pitchFamily="34" charset="0"/>
              <a:cs typeface="Segoe UI" panose="020B0502040204020203" pitchFamily="34" charset="0"/>
            </a:endParaRPr>
          </a:p>
        </p:txBody>
      </p:sp>
      <p:sp>
        <p:nvSpPr>
          <p:cNvPr id="11" name="Subtitle 2"/>
          <p:cNvSpPr txBox="1"/>
          <p:nvPr userDrawn="1"/>
        </p:nvSpPr>
        <p:spPr>
          <a:xfrm>
            <a:off x="0" y="6663619"/>
            <a:ext cx="5298281" cy="203133"/>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Font typeface="Arial" panose="020B0604020202020204"/>
              <a:buNone/>
            </a:pPr>
            <a:r>
              <a:rPr lang="en-US" sz="800" dirty="0" err="1">
                <a:solidFill>
                  <a:srgbClr val="FFFFFF"/>
                </a:solidFill>
                <a:latin typeface="Segoe UI" panose="020B0502040204020203" pitchFamily="34" charset="0"/>
                <a:ea typeface="Helvetica" charset="0"/>
                <a:cs typeface="Segoe UI" panose="020B0502040204020203" pitchFamily="34" charset="0"/>
              </a:rPr>
              <a:t>Azentio.com</a:t>
            </a:r>
            <a:r>
              <a:rPr lang="en-US" sz="800" dirty="0">
                <a:solidFill>
                  <a:srgbClr val="FFFFFF"/>
                </a:solidFill>
                <a:latin typeface="Segoe UI" panose="020B0502040204020203" pitchFamily="34" charset="0"/>
                <a:ea typeface="Helvetica" charset="0"/>
                <a:cs typeface="Segoe UI" panose="020B0502040204020203" pitchFamily="34" charset="0"/>
              </a:rPr>
              <a:t> | All rights reserved. This document is proprietary and confidential.</a:t>
            </a:r>
            <a:endParaRPr lang="en-US" sz="800" dirty="0">
              <a:solidFill>
                <a:srgbClr val="FFFFFF"/>
              </a:solidFill>
              <a:latin typeface="Segoe UI" panose="020B0502040204020203" pitchFamily="34" charset="0"/>
              <a:ea typeface="Helvetica" charset="0"/>
              <a:cs typeface="Segoe UI" panose="020B0502040204020203"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7_Comparison slide with title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365166"/>
            <a:ext cx="9506805" cy="661934"/>
          </a:xfrm>
        </p:spPr>
        <p:txBody>
          <a:bodyPr>
            <a:normAutofit/>
          </a:bodyPr>
          <a:lstStyle>
            <a:lvl1pPr>
              <a:defRPr sz="2200">
                <a:solidFill>
                  <a:srgbClr val="003399"/>
                </a:solidFill>
              </a:defRPr>
            </a:lvl1pPr>
          </a:lstStyle>
          <a:p>
            <a:r>
              <a:rPr lang="en-US" dirty="0"/>
              <a:t>Click to add header 22pt</a:t>
            </a:r>
            <a:endParaRPr lang="en-IN" dirty="0"/>
          </a:p>
        </p:txBody>
      </p:sp>
      <p:sp>
        <p:nvSpPr>
          <p:cNvPr id="34" name="Content Placeholder 5"/>
          <p:cNvSpPr>
            <a:spLocks noGrp="1"/>
          </p:cNvSpPr>
          <p:nvPr>
            <p:ph sz="quarter" idx="4" hasCustomPrompt="1"/>
          </p:nvPr>
        </p:nvSpPr>
        <p:spPr>
          <a:xfrm>
            <a:off x="848133" y="2229854"/>
            <a:ext cx="4991193" cy="3720569"/>
          </a:xfrm>
        </p:spPr>
        <p:txBody>
          <a:bodyPr vert="horz" lIns="91440" tIns="45720" rIns="91440" bIns="45720" rtlCol="0">
            <a:normAutofit/>
          </a:bodyPr>
          <a:lstStyle>
            <a:lvl1pPr>
              <a:buClr>
                <a:srgbClr val="003399"/>
              </a:buClr>
              <a:defRPr lang="en-IN" sz="1600" dirty="0"/>
            </a:lvl1pPr>
          </a:lstStyle>
          <a:p>
            <a:pPr lvl="0">
              <a:buClr>
                <a:schemeClr val="tx1">
                  <a:lumMod val="85000"/>
                  <a:lumOff val="15000"/>
                </a:schemeClr>
              </a:buClr>
              <a:buFont typeface="Wingdings" panose="05000000000000000000" pitchFamily="2" charset="2"/>
              <a:buChar char="§"/>
            </a:pPr>
            <a:r>
              <a:rPr lang="en-US" dirty="0"/>
              <a:t>Insert chart/ table/ graph/ text</a:t>
            </a:r>
            <a:endParaRPr lang="en-IN" dirty="0"/>
          </a:p>
        </p:txBody>
      </p:sp>
      <p:sp>
        <p:nvSpPr>
          <p:cNvPr id="8" name="Content Placeholder 5"/>
          <p:cNvSpPr>
            <a:spLocks noGrp="1"/>
          </p:cNvSpPr>
          <p:nvPr>
            <p:ph sz="quarter" idx="12" hasCustomPrompt="1"/>
          </p:nvPr>
        </p:nvSpPr>
        <p:spPr>
          <a:xfrm>
            <a:off x="6352675" y="2229853"/>
            <a:ext cx="5001123" cy="3720569"/>
          </a:xfrm>
        </p:spPr>
        <p:txBody>
          <a:bodyPr vert="horz" lIns="91440" tIns="45720" rIns="91440" bIns="45720" rtlCol="0">
            <a:normAutofit/>
          </a:bodyPr>
          <a:lstStyle>
            <a:lvl1pPr>
              <a:buClr>
                <a:srgbClr val="003399"/>
              </a:buClr>
              <a:defRPr lang="en-IN" sz="1600" dirty="0"/>
            </a:lvl1pPr>
          </a:lstStyle>
          <a:p>
            <a:pPr lvl="0">
              <a:buClr>
                <a:schemeClr val="tx1">
                  <a:lumMod val="85000"/>
                  <a:lumOff val="15000"/>
                </a:schemeClr>
              </a:buClr>
              <a:buFont typeface="Wingdings" panose="05000000000000000000" pitchFamily="2" charset="2"/>
              <a:buChar char="§"/>
            </a:pPr>
            <a:r>
              <a:rPr lang="en-US" dirty="0"/>
              <a:t>Insert chart/ table/ graph/ text</a:t>
            </a:r>
            <a:endParaRPr lang="en-IN" dirty="0"/>
          </a:p>
        </p:txBody>
      </p:sp>
      <p:sp>
        <p:nvSpPr>
          <p:cNvPr id="4" name="Text Placeholder 3"/>
          <p:cNvSpPr>
            <a:spLocks noGrp="1"/>
          </p:cNvSpPr>
          <p:nvPr>
            <p:ph type="body" sz="quarter" idx="14" hasCustomPrompt="1"/>
          </p:nvPr>
        </p:nvSpPr>
        <p:spPr>
          <a:xfrm>
            <a:off x="834575" y="1400175"/>
            <a:ext cx="4991193" cy="661987"/>
          </a:xfrm>
        </p:spPr>
        <p:txBody>
          <a:bodyPr anchor="ctr"/>
          <a:lstStyle>
            <a:lvl1pPr marL="0" indent="0" algn="l">
              <a:buNone/>
              <a:defRPr b="1" i="0">
                <a:solidFill>
                  <a:srgbClr val="003399"/>
                </a:solidFill>
                <a:latin typeface="Segoe UI Semibold" panose="020B0702040204020203" pitchFamily="34" charset="0"/>
                <a:cs typeface="Segoe UI Semibold" panose="020B0702040204020203" pitchFamily="34" charset="0"/>
              </a:defRPr>
            </a:lvl1pPr>
          </a:lstStyle>
          <a:p>
            <a:pPr lvl="0"/>
            <a:r>
              <a:rPr lang="en-US" dirty="0"/>
              <a:t>Insert Title</a:t>
            </a:r>
            <a:endParaRPr lang="en-IN" dirty="0"/>
          </a:p>
        </p:txBody>
      </p:sp>
      <p:sp>
        <p:nvSpPr>
          <p:cNvPr id="9" name="Text Placeholder 3"/>
          <p:cNvSpPr>
            <a:spLocks noGrp="1"/>
          </p:cNvSpPr>
          <p:nvPr>
            <p:ph type="body" sz="quarter" idx="15" hasCustomPrompt="1"/>
          </p:nvPr>
        </p:nvSpPr>
        <p:spPr>
          <a:xfrm>
            <a:off x="6366234" y="1400175"/>
            <a:ext cx="4991193" cy="661987"/>
          </a:xfrm>
        </p:spPr>
        <p:txBody>
          <a:bodyPr anchor="ctr"/>
          <a:lstStyle>
            <a:lvl1pPr marL="0" indent="0" algn="l">
              <a:buNone/>
              <a:defRPr b="1" i="0">
                <a:solidFill>
                  <a:srgbClr val="003399"/>
                </a:solidFill>
                <a:latin typeface="Segoe UI Semibold" panose="020B0702040204020203" pitchFamily="34" charset="0"/>
                <a:cs typeface="Segoe UI Semibold" panose="020B0702040204020203" pitchFamily="34" charset="0"/>
              </a:defRPr>
            </a:lvl1pPr>
          </a:lstStyle>
          <a:p>
            <a:pPr lvl="0"/>
            <a:r>
              <a:rPr lang="en-US" dirty="0"/>
              <a:t>Insert Title</a:t>
            </a:r>
            <a:endParaRPr lang="en-IN" dirty="0"/>
          </a:p>
        </p:txBody>
      </p:sp>
      <p:pic>
        <p:nvPicPr>
          <p:cNvPr id="10" name="Picture 9"/>
          <p:cNvPicPr>
            <a:picLocks noChangeAspect="1"/>
          </p:cNvPicPr>
          <p:nvPr userDrawn="1"/>
        </p:nvPicPr>
        <p:blipFill>
          <a:blip r:embed="rId2" cstate="screen"/>
          <a:stretch>
            <a:fillRect/>
          </a:stretch>
        </p:blipFill>
        <p:spPr>
          <a:xfrm>
            <a:off x="10905543" y="167836"/>
            <a:ext cx="1040440" cy="137884"/>
          </a:xfrm>
          <a:prstGeom prst="rect">
            <a:avLst/>
          </a:prstGeom>
        </p:spPr>
      </p:pic>
      <p:sp>
        <p:nvSpPr>
          <p:cNvPr id="12" name="Rectangle 11"/>
          <p:cNvSpPr/>
          <p:nvPr userDrawn="1"/>
        </p:nvSpPr>
        <p:spPr>
          <a:xfrm>
            <a:off x="0" y="6654866"/>
            <a:ext cx="12192000" cy="203134"/>
          </a:xfrm>
          <a:prstGeom prst="rect">
            <a:avLst/>
          </a:prstGeom>
          <a:solidFill>
            <a:srgbClr val="D74E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egoe UI" panose="020B0502040204020203" pitchFamily="34" charset="0"/>
              <a:cs typeface="Segoe UI" panose="020B0502040204020203" pitchFamily="34" charset="0"/>
            </a:endParaRPr>
          </a:p>
        </p:txBody>
      </p:sp>
      <p:sp>
        <p:nvSpPr>
          <p:cNvPr id="14" name="Slide Number Placeholder 5"/>
          <p:cNvSpPr txBox="1"/>
          <p:nvPr userDrawn="1"/>
        </p:nvSpPr>
        <p:spPr>
          <a:xfrm>
            <a:off x="11556648" y="6608673"/>
            <a:ext cx="389335" cy="268956"/>
          </a:xfrm>
          <a:prstGeom prst="rect">
            <a:avLst/>
          </a:prstGeom>
          <a:ln>
            <a:noFill/>
          </a:ln>
        </p:spPr>
        <p:txBody>
          <a:bodyPr anchor="ctr"/>
          <a:lstStyle>
            <a:defPPr>
              <a:defRPr lang="en-US"/>
            </a:defPPr>
            <a:lvl1pPr marL="0" algn="r" defTabSz="914400" rtl="0" eaLnBrk="1" latinLnBrk="0" hangingPunct="1">
              <a:defRPr sz="1080" b="0" i="0" kern="1200">
                <a:solidFill>
                  <a:schemeClr val="accent4">
                    <a:lumMod val="75000"/>
                  </a:schemeClr>
                </a:solidFill>
                <a:latin typeface="Helvetica" charset="0"/>
                <a:ea typeface="Roboto Light" charset="0"/>
                <a:cs typeface="Helvetic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936C95AE-7298-45E1-9514-94AFF5BED89B}" type="slidenum">
              <a:rPr lang="en-US" sz="800" b="0" i="0" kern="1200" smtClean="0">
                <a:solidFill>
                  <a:srgbClr val="FFFFFF"/>
                </a:solidFill>
                <a:latin typeface="Segoe UI" panose="020B0502040204020203" pitchFamily="34" charset="0"/>
                <a:ea typeface="Helvetica Neue Thin" panose="020B0403020202020204" pitchFamily="34" charset="0"/>
                <a:cs typeface="Segoe UI" panose="020B0502040204020203" pitchFamily="34" charset="0"/>
              </a:rPr>
            </a:fld>
            <a:endParaRPr lang="en-US" sz="800" b="0" i="0" kern="1200" dirty="0">
              <a:solidFill>
                <a:srgbClr val="FFFFFF"/>
              </a:solidFill>
              <a:latin typeface="Segoe UI" panose="020B0502040204020203" pitchFamily="34" charset="0"/>
              <a:ea typeface="Helvetica Neue Thin" panose="020B0403020202020204" pitchFamily="34" charset="0"/>
              <a:cs typeface="Segoe UI" panose="020B0502040204020203" pitchFamily="34" charset="0"/>
            </a:endParaRPr>
          </a:p>
        </p:txBody>
      </p:sp>
      <p:sp>
        <p:nvSpPr>
          <p:cNvPr id="13" name="Subtitle 2"/>
          <p:cNvSpPr txBox="1"/>
          <p:nvPr userDrawn="1"/>
        </p:nvSpPr>
        <p:spPr>
          <a:xfrm>
            <a:off x="0" y="6663619"/>
            <a:ext cx="5298281" cy="203133"/>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Font typeface="Arial" panose="020B0604020202020204"/>
              <a:buNone/>
            </a:pPr>
            <a:r>
              <a:rPr lang="en-US" sz="800" dirty="0" err="1">
                <a:solidFill>
                  <a:srgbClr val="FFFFFF"/>
                </a:solidFill>
                <a:latin typeface="Segoe UI" panose="020B0502040204020203" pitchFamily="34" charset="0"/>
                <a:ea typeface="Helvetica" charset="0"/>
                <a:cs typeface="Segoe UI" panose="020B0502040204020203" pitchFamily="34" charset="0"/>
              </a:rPr>
              <a:t>Azentio.com</a:t>
            </a:r>
            <a:r>
              <a:rPr lang="en-US" sz="800" dirty="0">
                <a:solidFill>
                  <a:srgbClr val="FFFFFF"/>
                </a:solidFill>
                <a:latin typeface="Segoe UI" panose="020B0502040204020203" pitchFamily="34" charset="0"/>
                <a:ea typeface="Helvetica" charset="0"/>
                <a:cs typeface="Segoe UI" panose="020B0502040204020203" pitchFamily="34" charset="0"/>
              </a:rPr>
              <a:t> | All rights reserved. This document is proprietary and confidential.</a:t>
            </a:r>
            <a:endParaRPr lang="en-US" sz="800" dirty="0">
              <a:solidFill>
                <a:srgbClr val="FFFFFF"/>
              </a:solidFill>
              <a:latin typeface="Segoe UI" panose="020B0502040204020203" pitchFamily="34" charset="0"/>
              <a:ea typeface="Helvetica" charset="0"/>
              <a:cs typeface="Segoe UI" panose="020B0502040204020203"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8_Graph and Visual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484437"/>
            <a:ext cx="6311472" cy="1149759"/>
          </a:xfrm>
        </p:spPr>
        <p:txBody>
          <a:bodyPr>
            <a:normAutofit/>
          </a:bodyPr>
          <a:lstStyle>
            <a:lvl1pPr>
              <a:defRPr sz="2200">
                <a:solidFill>
                  <a:srgbClr val="003399"/>
                </a:solidFill>
              </a:defRPr>
            </a:lvl1pPr>
          </a:lstStyle>
          <a:p>
            <a:r>
              <a:rPr lang="en-US" dirty="0"/>
              <a:t>Click to add header 22pt</a:t>
            </a:r>
            <a:endParaRPr lang="en-IN" dirty="0"/>
          </a:p>
        </p:txBody>
      </p:sp>
      <p:sp>
        <p:nvSpPr>
          <p:cNvPr id="14" name="Text Placeholder 13"/>
          <p:cNvSpPr>
            <a:spLocks noGrp="1"/>
          </p:cNvSpPr>
          <p:nvPr>
            <p:ph type="body" sz="quarter" idx="12" hasCustomPrompt="1"/>
          </p:nvPr>
        </p:nvSpPr>
        <p:spPr>
          <a:xfrm>
            <a:off x="687326" y="4220832"/>
            <a:ext cx="1392068" cy="256999"/>
          </a:xfrm>
        </p:spPr>
        <p:txBody>
          <a:bodyPr anchor="ctr">
            <a:noAutofit/>
          </a:bodyPr>
          <a:lstStyle>
            <a:lvl1pPr marL="0" indent="0" algn="l">
              <a:buNone/>
              <a:defRPr sz="1200" b="1" i="0">
                <a:solidFill>
                  <a:srgbClr val="003399"/>
                </a:solidFill>
                <a:latin typeface="Segoe UI Semibold" panose="020B0702040204020203" pitchFamily="34" charset="0"/>
                <a:cs typeface="Segoe UI Semibold" panose="020B0702040204020203" pitchFamily="34" charset="0"/>
              </a:defRPr>
            </a:lvl1pPr>
          </a:lstStyle>
          <a:p>
            <a:pPr lvl="0"/>
            <a:r>
              <a:rPr lang="en-US" dirty="0"/>
              <a:t>&lt;Insert Title&gt;</a:t>
            </a:r>
            <a:endParaRPr lang="en-IN" dirty="0"/>
          </a:p>
        </p:txBody>
      </p:sp>
      <p:sp>
        <p:nvSpPr>
          <p:cNvPr id="15" name="Text Placeholder 13"/>
          <p:cNvSpPr>
            <a:spLocks noGrp="1"/>
          </p:cNvSpPr>
          <p:nvPr>
            <p:ph type="body" sz="quarter" idx="13" hasCustomPrompt="1"/>
          </p:nvPr>
        </p:nvSpPr>
        <p:spPr>
          <a:xfrm>
            <a:off x="687325" y="4624451"/>
            <a:ext cx="1392067" cy="1767415"/>
          </a:xfrm>
        </p:spPr>
        <p:txBody>
          <a:bodyPr anchor="t">
            <a:noAutofit/>
          </a:bodyPr>
          <a:lstStyle>
            <a:lvl1pPr marL="171450" indent="-171450" algn="l">
              <a:buFont typeface="Arial" panose="020B0604020202020204" pitchFamily="34" charset="0"/>
              <a:buChar char="•"/>
              <a:defRPr sz="1200" b="0">
                <a:solidFill>
                  <a:schemeClr val="bg2">
                    <a:lumMod val="10000"/>
                  </a:schemeClr>
                </a:solidFill>
              </a:defRPr>
            </a:lvl1pPr>
          </a:lstStyle>
          <a:p>
            <a:pPr lvl="0"/>
            <a:r>
              <a:rPr lang="en-US" dirty="0"/>
              <a:t>&lt;Insert text&gt;</a:t>
            </a:r>
            <a:endParaRPr lang="en-IN" dirty="0"/>
          </a:p>
        </p:txBody>
      </p:sp>
      <p:sp>
        <p:nvSpPr>
          <p:cNvPr id="33" name="Content Placeholder 32"/>
          <p:cNvSpPr>
            <a:spLocks noGrp="1"/>
          </p:cNvSpPr>
          <p:nvPr>
            <p:ph sz="quarter" idx="33" hasCustomPrompt="1"/>
          </p:nvPr>
        </p:nvSpPr>
        <p:spPr>
          <a:xfrm>
            <a:off x="7226963" y="464294"/>
            <a:ext cx="3806588" cy="3629201"/>
          </a:xfrm>
        </p:spPr>
        <p:txBody>
          <a:bodyPr>
            <a:normAutofit/>
          </a:bodyPr>
          <a:lstStyle>
            <a:lvl1pPr marL="0" indent="0">
              <a:buNone/>
              <a:defRPr sz="1200">
                <a:solidFill>
                  <a:schemeClr val="bg2">
                    <a:lumMod val="10000"/>
                  </a:schemeClr>
                </a:solidFill>
              </a:defRPr>
            </a:lvl1pPr>
          </a:lstStyle>
          <a:p>
            <a:pPr lvl="0"/>
            <a:r>
              <a:rPr lang="en-US" dirty="0"/>
              <a:t>Insert chart/ table/ graph</a:t>
            </a:r>
            <a:endParaRPr lang="en-IN" dirty="0"/>
          </a:p>
        </p:txBody>
      </p:sp>
      <p:sp>
        <p:nvSpPr>
          <p:cNvPr id="34" name="Content Placeholder 5"/>
          <p:cNvSpPr>
            <a:spLocks noGrp="1"/>
          </p:cNvSpPr>
          <p:nvPr>
            <p:ph sz="quarter" idx="4" hasCustomPrompt="1"/>
          </p:nvPr>
        </p:nvSpPr>
        <p:spPr>
          <a:xfrm>
            <a:off x="7226963" y="4220833"/>
            <a:ext cx="3806588" cy="2172874"/>
          </a:xfrm>
        </p:spPr>
        <p:txBody>
          <a:bodyPr>
            <a:normAutofit/>
          </a:bodyPr>
          <a:lstStyle>
            <a:lvl1pPr>
              <a:defRPr sz="1400">
                <a:solidFill>
                  <a:schemeClr val="bg2">
                    <a:lumMod val="10000"/>
                  </a:schemeClr>
                </a:solidFill>
              </a:defRPr>
            </a:lvl1pPr>
          </a:lstStyle>
          <a:p>
            <a:pPr lvl="0"/>
            <a:r>
              <a:rPr lang="en-US" dirty="0"/>
              <a:t>Click to add text 14pt</a:t>
            </a:r>
            <a:endParaRPr lang="en-IN" dirty="0"/>
          </a:p>
        </p:txBody>
      </p:sp>
      <p:sp>
        <p:nvSpPr>
          <p:cNvPr id="36" name="Content Placeholder 9"/>
          <p:cNvSpPr>
            <a:spLocks noGrp="1"/>
          </p:cNvSpPr>
          <p:nvPr>
            <p:ph sz="quarter" idx="34" hasCustomPrompt="1"/>
          </p:nvPr>
        </p:nvSpPr>
        <p:spPr>
          <a:xfrm>
            <a:off x="656081" y="2116851"/>
            <a:ext cx="6301540" cy="1633581"/>
          </a:xfrm>
        </p:spPr>
        <p:txBody>
          <a:bodyPr vert="horz" lIns="91440" tIns="45720" rIns="91440" bIns="45720" rtlCol="0">
            <a:normAutofit/>
          </a:bodyPr>
          <a:lstStyle>
            <a:lvl1pPr>
              <a:defRPr lang="en-US" sz="1600" b="0" i="0" kern="1200" dirty="0">
                <a:solidFill>
                  <a:schemeClr val="bg2">
                    <a:lumMod val="10000"/>
                  </a:schemeClr>
                </a:solidFill>
                <a:latin typeface="Segoe UI" panose="020B0502040204020203" pitchFamily="34" charset="0"/>
                <a:ea typeface="Roboto" panose="02000000000000000000" pitchFamily="2" charset="0"/>
                <a:cs typeface="Segoe UI" panose="020B0502040204020203" pitchFamily="34" charset="0"/>
              </a:defRPr>
            </a:lvl1pPr>
          </a:lstStyle>
          <a:p>
            <a:pPr lvl="0">
              <a:buClr>
                <a:schemeClr val="tx1">
                  <a:lumMod val="85000"/>
                  <a:lumOff val="15000"/>
                </a:schemeClr>
              </a:buClr>
              <a:buFont typeface="Wingdings" panose="05000000000000000000" pitchFamily="2" charset="2"/>
              <a:buChar char="§"/>
            </a:pPr>
            <a:r>
              <a:rPr lang="en-US" dirty="0"/>
              <a:t>Click to add brief summary 16pt</a:t>
            </a:r>
            <a:endParaRPr lang="en-IN" dirty="0"/>
          </a:p>
        </p:txBody>
      </p:sp>
      <p:sp>
        <p:nvSpPr>
          <p:cNvPr id="32" name="Text Placeholder 13"/>
          <p:cNvSpPr>
            <a:spLocks noGrp="1"/>
          </p:cNvSpPr>
          <p:nvPr>
            <p:ph type="body" sz="quarter" idx="35" hasCustomPrompt="1"/>
          </p:nvPr>
        </p:nvSpPr>
        <p:spPr>
          <a:xfrm>
            <a:off x="5565553" y="4222672"/>
            <a:ext cx="1392068" cy="256999"/>
          </a:xfrm>
        </p:spPr>
        <p:txBody>
          <a:bodyPr anchor="ctr">
            <a:noAutofit/>
          </a:bodyPr>
          <a:lstStyle>
            <a:lvl1pPr marL="0" indent="0" algn="l">
              <a:buNone/>
              <a:defRPr sz="1200" b="1" i="0">
                <a:solidFill>
                  <a:srgbClr val="003399"/>
                </a:solidFill>
                <a:latin typeface="Segoe UI Semibold" panose="020B0702040204020203" pitchFamily="34" charset="0"/>
                <a:cs typeface="Segoe UI Semibold" panose="020B0702040204020203" pitchFamily="34" charset="0"/>
              </a:defRPr>
            </a:lvl1pPr>
          </a:lstStyle>
          <a:p>
            <a:pPr lvl="0"/>
            <a:r>
              <a:rPr lang="en-US" dirty="0"/>
              <a:t>&lt;Insert Title&gt;</a:t>
            </a:r>
            <a:endParaRPr lang="en-IN" dirty="0"/>
          </a:p>
        </p:txBody>
      </p:sp>
      <p:sp>
        <p:nvSpPr>
          <p:cNvPr id="35" name="Text Placeholder 13"/>
          <p:cNvSpPr>
            <a:spLocks noGrp="1"/>
          </p:cNvSpPr>
          <p:nvPr>
            <p:ph type="body" sz="quarter" idx="36" hasCustomPrompt="1"/>
          </p:nvPr>
        </p:nvSpPr>
        <p:spPr>
          <a:xfrm>
            <a:off x="5565552" y="4626291"/>
            <a:ext cx="1392067" cy="1767415"/>
          </a:xfrm>
        </p:spPr>
        <p:txBody>
          <a:bodyPr anchor="t">
            <a:noAutofit/>
          </a:bodyPr>
          <a:lstStyle>
            <a:lvl1pPr marL="171450" indent="-171450" algn="l">
              <a:buFont typeface="Arial" panose="020B0604020202020204" pitchFamily="34" charset="0"/>
              <a:buChar char="•"/>
              <a:defRPr sz="1200" b="0">
                <a:solidFill>
                  <a:schemeClr val="bg2">
                    <a:lumMod val="10000"/>
                  </a:schemeClr>
                </a:solidFill>
              </a:defRPr>
            </a:lvl1pPr>
          </a:lstStyle>
          <a:p>
            <a:pPr lvl="0"/>
            <a:r>
              <a:rPr lang="en-US" dirty="0"/>
              <a:t>&lt;Insert text&gt;</a:t>
            </a:r>
            <a:endParaRPr lang="en-IN" dirty="0"/>
          </a:p>
        </p:txBody>
      </p:sp>
      <p:sp>
        <p:nvSpPr>
          <p:cNvPr id="41" name="Text Placeholder 13"/>
          <p:cNvSpPr>
            <a:spLocks noGrp="1"/>
          </p:cNvSpPr>
          <p:nvPr>
            <p:ph type="body" sz="quarter" idx="37" hasCustomPrompt="1"/>
          </p:nvPr>
        </p:nvSpPr>
        <p:spPr>
          <a:xfrm>
            <a:off x="3241447" y="4220832"/>
            <a:ext cx="1392068" cy="256999"/>
          </a:xfrm>
        </p:spPr>
        <p:txBody>
          <a:bodyPr anchor="ctr">
            <a:noAutofit/>
          </a:bodyPr>
          <a:lstStyle>
            <a:lvl1pPr marL="0" indent="0" algn="l">
              <a:buNone/>
              <a:defRPr sz="1200" b="1" i="0">
                <a:solidFill>
                  <a:srgbClr val="003399"/>
                </a:solidFill>
                <a:latin typeface="Segoe UI Semibold" panose="020B0702040204020203" pitchFamily="34" charset="0"/>
                <a:cs typeface="Segoe UI Semibold" panose="020B0702040204020203" pitchFamily="34" charset="0"/>
              </a:defRPr>
            </a:lvl1pPr>
          </a:lstStyle>
          <a:p>
            <a:pPr lvl="0"/>
            <a:r>
              <a:rPr lang="en-US" dirty="0"/>
              <a:t>&lt;Insert Title&gt;</a:t>
            </a:r>
            <a:endParaRPr lang="en-IN" dirty="0"/>
          </a:p>
        </p:txBody>
      </p:sp>
      <p:sp>
        <p:nvSpPr>
          <p:cNvPr id="42" name="Text Placeholder 13"/>
          <p:cNvSpPr>
            <a:spLocks noGrp="1"/>
          </p:cNvSpPr>
          <p:nvPr>
            <p:ph type="body" sz="quarter" idx="38" hasCustomPrompt="1"/>
          </p:nvPr>
        </p:nvSpPr>
        <p:spPr>
          <a:xfrm>
            <a:off x="3241446" y="4624451"/>
            <a:ext cx="1392067" cy="1767415"/>
          </a:xfrm>
        </p:spPr>
        <p:txBody>
          <a:bodyPr anchor="t">
            <a:noAutofit/>
          </a:bodyPr>
          <a:lstStyle>
            <a:lvl1pPr marL="171450" indent="-171450" algn="l">
              <a:buFont typeface="Arial" panose="020B0604020202020204" pitchFamily="34" charset="0"/>
              <a:buChar char="•"/>
              <a:defRPr sz="1200" b="0">
                <a:solidFill>
                  <a:schemeClr val="bg2">
                    <a:lumMod val="10000"/>
                  </a:schemeClr>
                </a:solidFill>
              </a:defRPr>
            </a:lvl1pPr>
          </a:lstStyle>
          <a:p>
            <a:pPr lvl="0"/>
            <a:r>
              <a:rPr lang="en-US" dirty="0"/>
              <a:t>&lt;Insert text&gt;</a:t>
            </a:r>
            <a:endParaRPr lang="en-IN" dirty="0"/>
          </a:p>
        </p:txBody>
      </p:sp>
      <p:pic>
        <p:nvPicPr>
          <p:cNvPr id="21" name="Picture 20"/>
          <p:cNvPicPr>
            <a:picLocks noChangeAspect="1"/>
          </p:cNvPicPr>
          <p:nvPr userDrawn="1"/>
        </p:nvPicPr>
        <p:blipFill>
          <a:blip r:embed="rId2" cstate="screen"/>
          <a:stretch>
            <a:fillRect/>
          </a:stretch>
        </p:blipFill>
        <p:spPr>
          <a:xfrm>
            <a:off x="10905543" y="167836"/>
            <a:ext cx="1040440" cy="137884"/>
          </a:xfrm>
          <a:prstGeom prst="rect">
            <a:avLst/>
          </a:prstGeom>
        </p:spPr>
      </p:pic>
      <p:sp>
        <p:nvSpPr>
          <p:cNvPr id="17" name="Rectangle 16"/>
          <p:cNvSpPr/>
          <p:nvPr userDrawn="1"/>
        </p:nvSpPr>
        <p:spPr>
          <a:xfrm>
            <a:off x="0" y="6654866"/>
            <a:ext cx="12192000" cy="203134"/>
          </a:xfrm>
          <a:prstGeom prst="rect">
            <a:avLst/>
          </a:prstGeom>
          <a:solidFill>
            <a:srgbClr val="D74E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egoe UI" panose="020B0502040204020203" pitchFamily="34" charset="0"/>
              <a:cs typeface="Segoe UI" panose="020B0502040204020203" pitchFamily="34" charset="0"/>
            </a:endParaRPr>
          </a:p>
        </p:txBody>
      </p:sp>
      <p:sp>
        <p:nvSpPr>
          <p:cNvPr id="23" name="Slide Number Placeholder 5"/>
          <p:cNvSpPr txBox="1"/>
          <p:nvPr userDrawn="1"/>
        </p:nvSpPr>
        <p:spPr>
          <a:xfrm>
            <a:off x="11556648" y="6608673"/>
            <a:ext cx="389335" cy="268956"/>
          </a:xfrm>
          <a:prstGeom prst="rect">
            <a:avLst/>
          </a:prstGeom>
          <a:ln>
            <a:noFill/>
          </a:ln>
        </p:spPr>
        <p:txBody>
          <a:bodyPr anchor="ctr"/>
          <a:lstStyle>
            <a:defPPr>
              <a:defRPr lang="en-US"/>
            </a:defPPr>
            <a:lvl1pPr marL="0" algn="r" defTabSz="914400" rtl="0" eaLnBrk="1" latinLnBrk="0" hangingPunct="1">
              <a:defRPr sz="1080" b="0" i="0" kern="1200">
                <a:solidFill>
                  <a:schemeClr val="accent4">
                    <a:lumMod val="75000"/>
                  </a:schemeClr>
                </a:solidFill>
                <a:latin typeface="Helvetica" charset="0"/>
                <a:ea typeface="Roboto Light" charset="0"/>
                <a:cs typeface="Helvetic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936C95AE-7298-45E1-9514-94AFF5BED89B}" type="slidenum">
              <a:rPr lang="en-US" sz="800" b="0" i="0" kern="1200" smtClean="0">
                <a:solidFill>
                  <a:srgbClr val="FFFFFF"/>
                </a:solidFill>
                <a:latin typeface="Segoe UI" panose="020B0502040204020203" pitchFamily="34" charset="0"/>
                <a:ea typeface="Helvetica Neue Thin" panose="020B0403020202020204" pitchFamily="34" charset="0"/>
                <a:cs typeface="Segoe UI" panose="020B0502040204020203" pitchFamily="34" charset="0"/>
              </a:rPr>
            </a:fld>
            <a:endParaRPr lang="en-US" sz="800" b="0" i="0" kern="1200" dirty="0">
              <a:solidFill>
                <a:srgbClr val="FFFFFF"/>
              </a:solidFill>
              <a:latin typeface="Segoe UI" panose="020B0502040204020203" pitchFamily="34" charset="0"/>
              <a:ea typeface="Helvetica Neue Thin" panose="020B0403020202020204" pitchFamily="34" charset="0"/>
              <a:cs typeface="Segoe UI" panose="020B0502040204020203" pitchFamily="34" charset="0"/>
            </a:endParaRPr>
          </a:p>
        </p:txBody>
      </p:sp>
      <p:sp>
        <p:nvSpPr>
          <p:cNvPr id="18" name="Subtitle 2"/>
          <p:cNvSpPr txBox="1"/>
          <p:nvPr userDrawn="1"/>
        </p:nvSpPr>
        <p:spPr>
          <a:xfrm>
            <a:off x="0" y="6663619"/>
            <a:ext cx="5298281" cy="203133"/>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Font typeface="Arial" panose="020B0604020202020204"/>
              <a:buNone/>
            </a:pPr>
            <a:r>
              <a:rPr lang="en-US" sz="800" dirty="0" err="1">
                <a:solidFill>
                  <a:srgbClr val="FFFFFF"/>
                </a:solidFill>
                <a:latin typeface="Segoe UI" panose="020B0502040204020203" pitchFamily="34" charset="0"/>
                <a:ea typeface="Helvetica" charset="0"/>
                <a:cs typeface="Segoe UI" panose="020B0502040204020203" pitchFamily="34" charset="0"/>
              </a:rPr>
              <a:t>Azentio.com</a:t>
            </a:r>
            <a:r>
              <a:rPr lang="en-US" sz="800" dirty="0">
                <a:solidFill>
                  <a:srgbClr val="FFFFFF"/>
                </a:solidFill>
                <a:latin typeface="Segoe UI" panose="020B0502040204020203" pitchFamily="34" charset="0"/>
                <a:ea typeface="Helvetica" charset="0"/>
                <a:cs typeface="Segoe UI" panose="020B0502040204020203" pitchFamily="34" charset="0"/>
              </a:rPr>
              <a:t> | All rights reserved. This document is proprietary and confidential.</a:t>
            </a:r>
            <a:endParaRPr lang="en-US" sz="800" dirty="0">
              <a:solidFill>
                <a:srgbClr val="FFFFFF"/>
              </a:solidFill>
              <a:latin typeface="Segoe UI" panose="020B0502040204020203" pitchFamily="34" charset="0"/>
              <a:ea typeface="Helvetica" charset="0"/>
              <a:cs typeface="Segoe UI" panose="020B0502040204020203"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3_Section Divider">
    <p:bg>
      <p:bgPr>
        <a:solidFill>
          <a:srgbClr val="D74E0F"/>
        </a:solid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3" hasCustomPrompt="1"/>
          </p:nvPr>
        </p:nvSpPr>
        <p:spPr>
          <a:xfrm>
            <a:off x="609600" y="4070395"/>
            <a:ext cx="9960787" cy="1251787"/>
          </a:xfrm>
        </p:spPr>
        <p:txBody>
          <a:bodyPr anchor="b">
            <a:normAutofit/>
          </a:bodyPr>
          <a:lstStyle>
            <a:lvl1pPr marL="0" indent="0" algn="l">
              <a:buNone/>
              <a:defRPr sz="3200" b="1" i="0" spc="100" baseline="0">
                <a:solidFill>
                  <a:schemeClr val="bg1"/>
                </a:solidFill>
                <a:latin typeface="Segoe UI" panose="020B0502040204020203" pitchFamily="34" charset="0"/>
                <a:cs typeface="Segoe UI" panose="020B0502040204020203" pitchFamily="34" charset="0"/>
              </a:defRPr>
            </a:lvl1pPr>
          </a:lstStyle>
          <a:p>
            <a:pPr lvl="0"/>
            <a:r>
              <a:rPr lang="en-US" dirty="0"/>
              <a:t>&lt;Section Divider 32pt&gt;</a:t>
            </a:r>
            <a:endParaRPr lang="en-IN" dirty="0"/>
          </a:p>
        </p:txBody>
      </p:sp>
      <p:sp>
        <p:nvSpPr>
          <p:cNvPr id="11" name="Slide Number Placeholder 5"/>
          <p:cNvSpPr txBox="1"/>
          <p:nvPr userDrawn="1"/>
        </p:nvSpPr>
        <p:spPr>
          <a:xfrm>
            <a:off x="11556648" y="6608673"/>
            <a:ext cx="389335" cy="268956"/>
          </a:xfrm>
          <a:prstGeom prst="rect">
            <a:avLst/>
          </a:prstGeom>
          <a:ln>
            <a:noFill/>
          </a:ln>
        </p:spPr>
        <p:txBody>
          <a:bodyPr anchor="ctr"/>
          <a:lstStyle>
            <a:defPPr>
              <a:defRPr lang="en-US"/>
            </a:defPPr>
            <a:lvl1pPr marL="0" algn="r" defTabSz="914400" rtl="0" eaLnBrk="1" latinLnBrk="0" hangingPunct="1">
              <a:defRPr sz="1080" b="0" i="0" kern="1200">
                <a:solidFill>
                  <a:schemeClr val="accent4">
                    <a:lumMod val="75000"/>
                  </a:schemeClr>
                </a:solidFill>
                <a:latin typeface="Helvetica" charset="0"/>
                <a:ea typeface="Roboto Light" charset="0"/>
                <a:cs typeface="Helvetic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936C95AE-7298-45E1-9514-94AFF5BED89B}" type="slidenum">
              <a:rPr lang="en-US" sz="800" b="0" i="0" kern="1200" smtClean="0">
                <a:solidFill>
                  <a:srgbClr val="FFFFFF"/>
                </a:solidFill>
                <a:latin typeface="Segoe UI" panose="020B0502040204020203" pitchFamily="34" charset="0"/>
                <a:ea typeface="Helvetica Neue Thin" panose="020B0403020202020204" pitchFamily="34" charset="0"/>
                <a:cs typeface="Segoe UI" panose="020B0502040204020203" pitchFamily="34" charset="0"/>
              </a:rPr>
            </a:fld>
            <a:endParaRPr lang="en-US" sz="800" b="0" i="0" kern="1200" dirty="0">
              <a:solidFill>
                <a:srgbClr val="FFFFFF"/>
              </a:solidFill>
              <a:latin typeface="Segoe UI" panose="020B0502040204020203" pitchFamily="34" charset="0"/>
              <a:ea typeface="Helvetica Neue Thin" panose="020B0403020202020204" pitchFamily="34" charset="0"/>
              <a:cs typeface="Segoe UI" panose="020B0502040204020203" pitchFamily="34" charset="0"/>
            </a:endParaRPr>
          </a:p>
        </p:txBody>
      </p:sp>
      <p:sp>
        <p:nvSpPr>
          <p:cNvPr id="13" name="Subtitle 2"/>
          <p:cNvSpPr>
            <a:spLocks noGrp="1"/>
          </p:cNvSpPr>
          <p:nvPr userDrawn="1">
            <p:ph type="subTitle" idx="1" hasCustomPrompt="1"/>
          </p:nvPr>
        </p:nvSpPr>
        <p:spPr>
          <a:xfrm>
            <a:off x="609600" y="5368375"/>
            <a:ext cx="9960787" cy="563341"/>
          </a:xfrm>
        </p:spPr>
        <p:txBody>
          <a:bodyPr anchor="t">
            <a:normAutofit/>
          </a:bodyPr>
          <a:lstStyle>
            <a:lvl1pPr marL="0" indent="0" algn="l">
              <a:buNone/>
              <a:defRPr sz="1600" b="0" i="0" spc="100" baseline="0">
                <a:solidFill>
                  <a:schemeClr val="bg1"/>
                </a:solidFill>
                <a:latin typeface="Segoe UI Semilight" panose="020B0402040204020203" pitchFamily="34" charset="0"/>
                <a:cs typeface="Segoe UI Semilight" panose="020B04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 headline 16pt in Segoe UI Semi Light</a:t>
            </a:r>
            <a:endParaRPr lang="en-IN" dirty="0"/>
          </a:p>
        </p:txBody>
      </p:sp>
      <p:pic>
        <p:nvPicPr>
          <p:cNvPr id="12" name="Picture 11"/>
          <p:cNvPicPr>
            <a:picLocks noChangeAspect="1"/>
          </p:cNvPicPr>
          <p:nvPr userDrawn="1"/>
        </p:nvPicPr>
        <p:blipFill>
          <a:blip r:embed="rId2" cstate="screen">
            <a:biLevel thresh="25000"/>
          </a:blip>
          <a:stretch>
            <a:fillRect/>
          </a:stretch>
        </p:blipFill>
        <p:spPr>
          <a:xfrm>
            <a:off x="10905543" y="167836"/>
            <a:ext cx="1040440" cy="137884"/>
          </a:xfrm>
          <a:prstGeom prst="rect">
            <a:avLst/>
          </a:prstGeom>
        </p:spPr>
      </p:pic>
      <p:sp>
        <p:nvSpPr>
          <p:cNvPr id="9" name="Subtitle 2"/>
          <p:cNvSpPr txBox="1"/>
          <p:nvPr userDrawn="1"/>
        </p:nvSpPr>
        <p:spPr>
          <a:xfrm>
            <a:off x="0" y="6663619"/>
            <a:ext cx="5298281" cy="203133"/>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Font typeface="Arial" panose="020B0604020202020204"/>
              <a:buNone/>
            </a:pPr>
            <a:r>
              <a:rPr lang="en-US" sz="800" dirty="0" err="1">
                <a:solidFill>
                  <a:srgbClr val="FFFFFF"/>
                </a:solidFill>
                <a:latin typeface="Segoe UI" panose="020B0502040204020203" pitchFamily="34" charset="0"/>
                <a:ea typeface="Helvetica" charset="0"/>
                <a:cs typeface="Segoe UI" panose="020B0502040204020203" pitchFamily="34" charset="0"/>
              </a:rPr>
              <a:t>Azentio.com</a:t>
            </a:r>
            <a:r>
              <a:rPr lang="en-US" sz="800" dirty="0">
                <a:solidFill>
                  <a:srgbClr val="FFFFFF"/>
                </a:solidFill>
                <a:latin typeface="Segoe UI" panose="020B0502040204020203" pitchFamily="34" charset="0"/>
                <a:ea typeface="Helvetica" charset="0"/>
                <a:cs typeface="Segoe UI" panose="020B0502040204020203" pitchFamily="34" charset="0"/>
              </a:rPr>
              <a:t> | All rights reserved. This document is proprietary and confidential.</a:t>
            </a:r>
            <a:endParaRPr lang="en-US" sz="800" dirty="0">
              <a:solidFill>
                <a:srgbClr val="FFFFFF"/>
              </a:solidFill>
              <a:latin typeface="Segoe UI" panose="020B0502040204020203" pitchFamily="34" charset="0"/>
              <a:ea typeface="Helvetica" charset="0"/>
              <a:cs typeface="Segoe UI" panose="020B0502040204020203"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6_Section Divider">
    <p:bg>
      <p:bgPr>
        <a:solidFill>
          <a:srgbClr val="003399"/>
        </a:solid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3" hasCustomPrompt="1"/>
          </p:nvPr>
        </p:nvSpPr>
        <p:spPr>
          <a:xfrm>
            <a:off x="609600" y="4070395"/>
            <a:ext cx="9960787" cy="1251787"/>
          </a:xfrm>
        </p:spPr>
        <p:txBody>
          <a:bodyPr anchor="b">
            <a:normAutofit/>
          </a:bodyPr>
          <a:lstStyle>
            <a:lvl1pPr marL="0" indent="0" algn="l">
              <a:buNone/>
              <a:defRPr sz="3200" b="1" i="0" spc="100" baseline="0">
                <a:solidFill>
                  <a:schemeClr val="bg1"/>
                </a:solidFill>
                <a:latin typeface="Segoe UI" panose="020B0502040204020203" pitchFamily="34" charset="0"/>
                <a:cs typeface="Segoe UI" panose="020B0502040204020203" pitchFamily="34" charset="0"/>
              </a:defRPr>
            </a:lvl1pPr>
          </a:lstStyle>
          <a:p>
            <a:pPr lvl="0"/>
            <a:r>
              <a:rPr lang="en-US" dirty="0"/>
              <a:t>&lt;Section Divider 32pt&gt;</a:t>
            </a:r>
            <a:endParaRPr lang="en-IN" dirty="0"/>
          </a:p>
        </p:txBody>
      </p:sp>
      <p:sp>
        <p:nvSpPr>
          <p:cNvPr id="13" name="Subtitle 2"/>
          <p:cNvSpPr>
            <a:spLocks noGrp="1"/>
          </p:cNvSpPr>
          <p:nvPr userDrawn="1">
            <p:ph type="subTitle" idx="1" hasCustomPrompt="1"/>
          </p:nvPr>
        </p:nvSpPr>
        <p:spPr>
          <a:xfrm>
            <a:off x="609600" y="5368375"/>
            <a:ext cx="9960787" cy="563341"/>
          </a:xfrm>
        </p:spPr>
        <p:txBody>
          <a:bodyPr anchor="t">
            <a:normAutofit/>
          </a:bodyPr>
          <a:lstStyle>
            <a:lvl1pPr marL="0" indent="0" algn="l">
              <a:buNone/>
              <a:defRPr sz="1600" b="0" i="0" spc="100" baseline="0">
                <a:solidFill>
                  <a:schemeClr val="bg1"/>
                </a:solidFill>
                <a:latin typeface="Segoe UI Semilight" panose="020B0402040204020203" pitchFamily="34" charset="0"/>
                <a:cs typeface="Segoe UI Semilight" panose="020B04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 headline 16pt in Segoe UI Semi Light</a:t>
            </a:r>
            <a:endParaRPr lang="en-IN" dirty="0"/>
          </a:p>
        </p:txBody>
      </p:sp>
      <p:pic>
        <p:nvPicPr>
          <p:cNvPr id="8" name="Picture 7"/>
          <p:cNvPicPr>
            <a:picLocks noChangeAspect="1"/>
          </p:cNvPicPr>
          <p:nvPr userDrawn="1"/>
        </p:nvPicPr>
        <p:blipFill>
          <a:blip r:embed="rId2" cstate="screen"/>
          <a:stretch>
            <a:fillRect/>
          </a:stretch>
        </p:blipFill>
        <p:spPr>
          <a:xfrm>
            <a:off x="10905543" y="167836"/>
            <a:ext cx="1040440" cy="137884"/>
          </a:xfrm>
          <a:prstGeom prst="rect">
            <a:avLst/>
          </a:prstGeom>
        </p:spPr>
      </p:pic>
      <p:sp>
        <p:nvSpPr>
          <p:cNvPr id="14" name="Slide Number Placeholder 5"/>
          <p:cNvSpPr txBox="1"/>
          <p:nvPr userDrawn="1"/>
        </p:nvSpPr>
        <p:spPr>
          <a:xfrm>
            <a:off x="11556648" y="6608673"/>
            <a:ext cx="389335" cy="268956"/>
          </a:xfrm>
          <a:prstGeom prst="rect">
            <a:avLst/>
          </a:prstGeom>
          <a:ln>
            <a:noFill/>
          </a:ln>
        </p:spPr>
        <p:txBody>
          <a:bodyPr anchor="ctr"/>
          <a:lstStyle>
            <a:defPPr>
              <a:defRPr lang="en-US"/>
            </a:defPPr>
            <a:lvl1pPr marL="0" algn="r" defTabSz="914400" rtl="0" eaLnBrk="1" latinLnBrk="0" hangingPunct="1">
              <a:defRPr sz="1080" b="0" i="0" kern="1200">
                <a:solidFill>
                  <a:schemeClr val="accent4">
                    <a:lumMod val="75000"/>
                  </a:schemeClr>
                </a:solidFill>
                <a:latin typeface="Helvetica" charset="0"/>
                <a:ea typeface="Roboto Light" charset="0"/>
                <a:cs typeface="Helvetic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936C95AE-7298-45E1-9514-94AFF5BED89B}" type="slidenum">
              <a:rPr lang="en-US" sz="800" b="0" i="0" kern="1200" smtClean="0">
                <a:solidFill>
                  <a:srgbClr val="FFFFFF"/>
                </a:solidFill>
                <a:latin typeface="Segoe UI" panose="020B0502040204020203" pitchFamily="34" charset="0"/>
                <a:ea typeface="Helvetica Neue Thin" panose="020B0403020202020204" pitchFamily="34" charset="0"/>
                <a:cs typeface="Segoe UI" panose="020B0502040204020203" pitchFamily="34" charset="0"/>
              </a:rPr>
            </a:fld>
            <a:endParaRPr lang="en-US" sz="800" b="0" i="0" kern="1200" dirty="0">
              <a:solidFill>
                <a:srgbClr val="FFFFFF"/>
              </a:solidFill>
              <a:latin typeface="Segoe UI" panose="020B0502040204020203" pitchFamily="34" charset="0"/>
              <a:ea typeface="Helvetica Neue Thin" panose="020B0403020202020204" pitchFamily="34" charset="0"/>
              <a:cs typeface="Segoe UI" panose="020B0502040204020203" pitchFamily="34" charset="0"/>
            </a:endParaRPr>
          </a:p>
        </p:txBody>
      </p:sp>
      <p:sp>
        <p:nvSpPr>
          <p:cNvPr id="10" name="Subtitle 2"/>
          <p:cNvSpPr txBox="1"/>
          <p:nvPr userDrawn="1"/>
        </p:nvSpPr>
        <p:spPr>
          <a:xfrm>
            <a:off x="0" y="6663619"/>
            <a:ext cx="5298281" cy="203133"/>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Font typeface="Arial" panose="020B0604020202020204"/>
              <a:buNone/>
            </a:pPr>
            <a:r>
              <a:rPr lang="en-US" sz="800" dirty="0" err="1">
                <a:solidFill>
                  <a:srgbClr val="FFFFFF"/>
                </a:solidFill>
                <a:latin typeface="Segoe UI" panose="020B0502040204020203" pitchFamily="34" charset="0"/>
                <a:ea typeface="Helvetica" charset="0"/>
                <a:cs typeface="Segoe UI" panose="020B0502040204020203" pitchFamily="34" charset="0"/>
              </a:rPr>
              <a:t>Azentio.com</a:t>
            </a:r>
            <a:r>
              <a:rPr lang="en-US" sz="800" dirty="0">
                <a:solidFill>
                  <a:srgbClr val="FFFFFF"/>
                </a:solidFill>
                <a:latin typeface="Segoe UI" panose="020B0502040204020203" pitchFamily="34" charset="0"/>
                <a:ea typeface="Helvetica" charset="0"/>
                <a:cs typeface="Segoe UI" panose="020B0502040204020203" pitchFamily="34" charset="0"/>
              </a:rPr>
              <a:t> | All rights reserved. This document is proprietary and confidential.</a:t>
            </a:r>
            <a:endParaRPr lang="en-US" sz="800" dirty="0">
              <a:solidFill>
                <a:srgbClr val="FFFFFF"/>
              </a:solidFill>
              <a:latin typeface="Segoe UI" panose="020B0502040204020203" pitchFamily="34" charset="0"/>
              <a:ea typeface="Helvetica" charset="0"/>
              <a:cs typeface="Segoe UI" panose="020B0502040204020203" pitchFamily="34" charset="0"/>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1_Our team slide">
    <p:spTree>
      <p:nvGrpSpPr>
        <p:cNvPr id="1" name=""/>
        <p:cNvGrpSpPr/>
        <p:nvPr/>
      </p:nvGrpSpPr>
      <p:grpSpPr>
        <a:xfrm>
          <a:off x="0" y="0"/>
          <a:ext cx="0" cy="0"/>
          <a:chOff x="0" y="0"/>
          <a:chExt cx="0" cy="0"/>
        </a:xfrm>
      </p:grpSpPr>
      <p:sp>
        <p:nvSpPr>
          <p:cNvPr id="6" name="Rectangle 5"/>
          <p:cNvSpPr/>
          <p:nvPr userDrawn="1"/>
        </p:nvSpPr>
        <p:spPr>
          <a:xfrm>
            <a:off x="0" y="-58009"/>
            <a:ext cx="12188052" cy="3601170"/>
          </a:xfrm>
          <a:prstGeom prst="rect">
            <a:avLst/>
          </a:prstGeom>
          <a:solidFill>
            <a:srgbClr val="00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p:cNvSpPr>
            <a:spLocks noGrp="1"/>
          </p:cNvSpPr>
          <p:nvPr>
            <p:ph type="title" hasCustomPrompt="1"/>
          </p:nvPr>
        </p:nvSpPr>
        <p:spPr>
          <a:xfrm>
            <a:off x="609600" y="366634"/>
            <a:ext cx="10515600" cy="661933"/>
          </a:xfrm>
        </p:spPr>
        <p:txBody>
          <a:bodyPr/>
          <a:lstStyle>
            <a:lvl1pPr>
              <a:defRPr>
                <a:solidFill>
                  <a:schemeClr val="bg1"/>
                </a:solidFill>
              </a:defRPr>
            </a:lvl1pPr>
          </a:lstStyle>
          <a:p>
            <a:r>
              <a:rPr lang="en-US" dirty="0"/>
              <a:t>&lt;Our Team&gt;</a:t>
            </a:r>
            <a:endParaRPr lang="en-IN" dirty="0"/>
          </a:p>
        </p:txBody>
      </p:sp>
      <p:sp>
        <p:nvSpPr>
          <p:cNvPr id="14" name="Text Placeholder 13"/>
          <p:cNvSpPr>
            <a:spLocks noGrp="1"/>
          </p:cNvSpPr>
          <p:nvPr>
            <p:ph type="body" sz="quarter" idx="12" hasCustomPrompt="1"/>
          </p:nvPr>
        </p:nvSpPr>
        <p:spPr>
          <a:xfrm>
            <a:off x="419398" y="2847162"/>
            <a:ext cx="1204199" cy="485593"/>
          </a:xfrm>
        </p:spPr>
        <p:txBody>
          <a:bodyPr anchor="ctr">
            <a:noAutofit/>
          </a:bodyPr>
          <a:lstStyle>
            <a:lvl1pPr marL="0" indent="0" algn="l">
              <a:buNone/>
              <a:defRPr sz="1200" b="1">
                <a:solidFill>
                  <a:schemeClr val="bg1"/>
                </a:solidFill>
              </a:defRPr>
            </a:lvl1pPr>
          </a:lstStyle>
          <a:p>
            <a:pPr lvl="0"/>
            <a:r>
              <a:rPr lang="en-US" dirty="0"/>
              <a:t>&lt;Name</a:t>
            </a:r>
            <a:br>
              <a:rPr lang="en-US" dirty="0"/>
            </a:br>
            <a:r>
              <a:rPr lang="en-US" dirty="0"/>
              <a:t>Surname&gt;</a:t>
            </a:r>
            <a:endParaRPr lang="en-IN" dirty="0"/>
          </a:p>
        </p:txBody>
      </p:sp>
      <p:sp>
        <p:nvSpPr>
          <p:cNvPr id="40" name="Picture Placeholder 39"/>
          <p:cNvSpPr>
            <a:spLocks noGrp="1"/>
          </p:cNvSpPr>
          <p:nvPr>
            <p:ph type="pic" sz="quarter" idx="28" hasCustomPrompt="1"/>
          </p:nvPr>
        </p:nvSpPr>
        <p:spPr>
          <a:xfrm>
            <a:off x="419398" y="1531017"/>
            <a:ext cx="1204199" cy="1204199"/>
          </a:xfrm>
          <a:prstGeom prst="ellipse">
            <a:avLst/>
          </a:prstGeom>
          <a:solidFill>
            <a:schemeClr val="bg1"/>
          </a:solidFill>
        </p:spPr>
        <p:txBody>
          <a:bodyPr anchor="ctr">
            <a:normAutofit/>
          </a:bodyPr>
          <a:lstStyle>
            <a:lvl1pPr marL="0" indent="0" algn="ctr">
              <a:buNone/>
              <a:defRPr sz="1000"/>
            </a:lvl1pPr>
          </a:lstStyle>
          <a:p>
            <a:r>
              <a:rPr lang="en-US" dirty="0"/>
              <a:t>A</a:t>
            </a:r>
            <a:r>
              <a:rPr lang="en-IN" dirty="0"/>
              <a:t>dd image</a:t>
            </a:r>
            <a:endParaRPr lang="en-IN" dirty="0"/>
          </a:p>
        </p:txBody>
      </p:sp>
      <p:sp>
        <p:nvSpPr>
          <p:cNvPr id="51" name="Picture Placeholder 39"/>
          <p:cNvSpPr>
            <a:spLocks noGrp="1"/>
          </p:cNvSpPr>
          <p:nvPr>
            <p:ph type="pic" sz="quarter" idx="37" hasCustomPrompt="1"/>
          </p:nvPr>
        </p:nvSpPr>
        <p:spPr>
          <a:xfrm>
            <a:off x="2422905" y="1528870"/>
            <a:ext cx="1204199" cy="1204199"/>
          </a:xfrm>
          <a:prstGeom prst="ellipse">
            <a:avLst/>
          </a:prstGeom>
          <a:solidFill>
            <a:schemeClr val="bg1"/>
          </a:solidFill>
        </p:spPr>
        <p:txBody>
          <a:bodyPr anchor="ctr">
            <a:normAutofit/>
          </a:bodyPr>
          <a:lstStyle>
            <a:lvl1pPr marL="0" indent="0" algn="ctr">
              <a:buNone/>
              <a:defRPr sz="1000"/>
            </a:lvl1pPr>
          </a:lstStyle>
          <a:p>
            <a:r>
              <a:rPr lang="en-US" dirty="0"/>
              <a:t>A</a:t>
            </a:r>
            <a:r>
              <a:rPr lang="en-IN" dirty="0"/>
              <a:t>dd image</a:t>
            </a:r>
            <a:endParaRPr lang="en-IN" dirty="0"/>
          </a:p>
        </p:txBody>
      </p:sp>
      <p:sp>
        <p:nvSpPr>
          <p:cNvPr id="52" name="Picture Placeholder 39"/>
          <p:cNvSpPr>
            <a:spLocks noGrp="1"/>
          </p:cNvSpPr>
          <p:nvPr>
            <p:ph type="pic" sz="quarter" idx="38" hasCustomPrompt="1"/>
          </p:nvPr>
        </p:nvSpPr>
        <p:spPr>
          <a:xfrm>
            <a:off x="4426412" y="1547487"/>
            <a:ext cx="1204199" cy="1204199"/>
          </a:xfrm>
          <a:prstGeom prst="ellipse">
            <a:avLst/>
          </a:prstGeom>
          <a:solidFill>
            <a:schemeClr val="bg1"/>
          </a:solidFill>
        </p:spPr>
        <p:txBody>
          <a:bodyPr anchor="ctr">
            <a:normAutofit/>
          </a:bodyPr>
          <a:lstStyle>
            <a:lvl1pPr marL="0" indent="0" algn="ctr">
              <a:buNone/>
              <a:defRPr sz="1000"/>
            </a:lvl1pPr>
          </a:lstStyle>
          <a:p>
            <a:r>
              <a:rPr lang="en-US" dirty="0"/>
              <a:t>A</a:t>
            </a:r>
            <a:r>
              <a:rPr lang="en-IN" dirty="0"/>
              <a:t>dd image</a:t>
            </a:r>
            <a:endParaRPr lang="en-IN" dirty="0"/>
          </a:p>
        </p:txBody>
      </p:sp>
      <p:sp>
        <p:nvSpPr>
          <p:cNvPr id="58" name="Text Placeholder 13"/>
          <p:cNvSpPr>
            <a:spLocks noGrp="1"/>
          </p:cNvSpPr>
          <p:nvPr>
            <p:ph type="body" sz="quarter" idx="42" hasCustomPrompt="1"/>
          </p:nvPr>
        </p:nvSpPr>
        <p:spPr>
          <a:xfrm>
            <a:off x="2422904" y="2847161"/>
            <a:ext cx="1204199" cy="485593"/>
          </a:xfrm>
        </p:spPr>
        <p:txBody>
          <a:bodyPr anchor="ctr">
            <a:noAutofit/>
          </a:bodyPr>
          <a:lstStyle>
            <a:lvl1pPr marL="0" indent="0" algn="l">
              <a:buNone/>
              <a:defRPr sz="1200" b="1">
                <a:solidFill>
                  <a:schemeClr val="bg1"/>
                </a:solidFill>
              </a:defRPr>
            </a:lvl1pPr>
          </a:lstStyle>
          <a:p>
            <a:pPr lvl="0"/>
            <a:r>
              <a:rPr lang="en-US" dirty="0"/>
              <a:t>&lt;Name</a:t>
            </a:r>
            <a:br>
              <a:rPr lang="en-US" dirty="0"/>
            </a:br>
            <a:r>
              <a:rPr lang="en-US" dirty="0"/>
              <a:t>Surname&gt;</a:t>
            </a:r>
            <a:endParaRPr lang="en-IN" dirty="0"/>
          </a:p>
        </p:txBody>
      </p:sp>
      <p:sp>
        <p:nvSpPr>
          <p:cNvPr id="60" name="Picture Placeholder 39"/>
          <p:cNvSpPr>
            <a:spLocks noGrp="1"/>
          </p:cNvSpPr>
          <p:nvPr>
            <p:ph type="pic" sz="quarter" idx="44" hasCustomPrompt="1"/>
          </p:nvPr>
        </p:nvSpPr>
        <p:spPr>
          <a:xfrm>
            <a:off x="4434356" y="1528870"/>
            <a:ext cx="1204199" cy="1204199"/>
          </a:xfrm>
          <a:prstGeom prst="ellipse">
            <a:avLst/>
          </a:prstGeom>
          <a:solidFill>
            <a:schemeClr val="bg1"/>
          </a:solidFill>
        </p:spPr>
        <p:txBody>
          <a:bodyPr anchor="ctr">
            <a:normAutofit/>
          </a:bodyPr>
          <a:lstStyle>
            <a:lvl1pPr marL="0" indent="0" algn="ctr">
              <a:buNone/>
              <a:defRPr sz="1000"/>
            </a:lvl1pPr>
          </a:lstStyle>
          <a:p>
            <a:r>
              <a:rPr lang="en-US" dirty="0"/>
              <a:t>A</a:t>
            </a:r>
            <a:r>
              <a:rPr lang="en-IN" dirty="0"/>
              <a:t>dd image</a:t>
            </a:r>
            <a:endParaRPr lang="en-IN" dirty="0"/>
          </a:p>
        </p:txBody>
      </p:sp>
      <p:sp>
        <p:nvSpPr>
          <p:cNvPr id="61" name="Text Placeholder 13"/>
          <p:cNvSpPr>
            <a:spLocks noGrp="1"/>
          </p:cNvSpPr>
          <p:nvPr>
            <p:ph type="body" sz="quarter" idx="45" hasCustomPrompt="1"/>
          </p:nvPr>
        </p:nvSpPr>
        <p:spPr>
          <a:xfrm>
            <a:off x="4411655" y="2847161"/>
            <a:ext cx="1204199" cy="485593"/>
          </a:xfrm>
        </p:spPr>
        <p:txBody>
          <a:bodyPr anchor="ctr">
            <a:noAutofit/>
          </a:bodyPr>
          <a:lstStyle>
            <a:lvl1pPr marL="0" indent="0" algn="l">
              <a:buNone/>
              <a:defRPr sz="1200" b="1">
                <a:solidFill>
                  <a:schemeClr val="bg1"/>
                </a:solidFill>
              </a:defRPr>
            </a:lvl1pPr>
          </a:lstStyle>
          <a:p>
            <a:pPr lvl="0"/>
            <a:r>
              <a:rPr lang="en-US" dirty="0"/>
              <a:t>&lt;Name</a:t>
            </a:r>
            <a:br>
              <a:rPr lang="en-US" dirty="0"/>
            </a:br>
            <a:r>
              <a:rPr lang="en-US" dirty="0"/>
              <a:t>Surname&gt;</a:t>
            </a:r>
            <a:endParaRPr lang="en-IN" dirty="0"/>
          </a:p>
        </p:txBody>
      </p:sp>
      <p:sp>
        <p:nvSpPr>
          <p:cNvPr id="63" name="Picture Placeholder 39"/>
          <p:cNvSpPr>
            <a:spLocks noGrp="1"/>
          </p:cNvSpPr>
          <p:nvPr>
            <p:ph type="pic" sz="quarter" idx="47" hasCustomPrompt="1"/>
          </p:nvPr>
        </p:nvSpPr>
        <p:spPr>
          <a:xfrm>
            <a:off x="6411297" y="1528870"/>
            <a:ext cx="1204199" cy="1204199"/>
          </a:xfrm>
          <a:prstGeom prst="ellipse">
            <a:avLst/>
          </a:prstGeom>
          <a:solidFill>
            <a:schemeClr val="bg1"/>
          </a:solidFill>
        </p:spPr>
        <p:txBody>
          <a:bodyPr anchor="ctr">
            <a:normAutofit/>
          </a:bodyPr>
          <a:lstStyle>
            <a:lvl1pPr marL="0" indent="0" algn="ctr">
              <a:buNone/>
              <a:defRPr sz="1000"/>
            </a:lvl1pPr>
          </a:lstStyle>
          <a:p>
            <a:r>
              <a:rPr lang="en-US" dirty="0"/>
              <a:t>A</a:t>
            </a:r>
            <a:r>
              <a:rPr lang="en-IN" dirty="0"/>
              <a:t>dd image</a:t>
            </a:r>
            <a:endParaRPr lang="en-IN" dirty="0"/>
          </a:p>
        </p:txBody>
      </p:sp>
      <p:sp>
        <p:nvSpPr>
          <p:cNvPr id="64" name="Text Placeholder 13"/>
          <p:cNvSpPr>
            <a:spLocks noGrp="1"/>
          </p:cNvSpPr>
          <p:nvPr>
            <p:ph type="body" sz="quarter" idx="48" hasCustomPrompt="1"/>
          </p:nvPr>
        </p:nvSpPr>
        <p:spPr>
          <a:xfrm>
            <a:off x="6388596" y="2847161"/>
            <a:ext cx="1204199" cy="485593"/>
          </a:xfrm>
        </p:spPr>
        <p:txBody>
          <a:bodyPr anchor="ctr">
            <a:noAutofit/>
          </a:bodyPr>
          <a:lstStyle>
            <a:lvl1pPr marL="0" indent="0" algn="l">
              <a:buNone/>
              <a:defRPr sz="1200" b="1">
                <a:solidFill>
                  <a:schemeClr val="bg1"/>
                </a:solidFill>
              </a:defRPr>
            </a:lvl1pPr>
          </a:lstStyle>
          <a:p>
            <a:pPr lvl="0"/>
            <a:r>
              <a:rPr lang="en-US" dirty="0"/>
              <a:t>&lt;Name</a:t>
            </a:r>
            <a:br>
              <a:rPr lang="en-US" dirty="0"/>
            </a:br>
            <a:r>
              <a:rPr lang="en-US" dirty="0"/>
              <a:t>Surname&gt;</a:t>
            </a:r>
            <a:endParaRPr lang="en-IN" dirty="0"/>
          </a:p>
        </p:txBody>
      </p:sp>
      <p:sp>
        <p:nvSpPr>
          <p:cNvPr id="66" name="Picture Placeholder 39"/>
          <p:cNvSpPr>
            <a:spLocks noGrp="1"/>
          </p:cNvSpPr>
          <p:nvPr>
            <p:ph type="pic" sz="quarter" idx="50" hasCustomPrompt="1"/>
          </p:nvPr>
        </p:nvSpPr>
        <p:spPr>
          <a:xfrm>
            <a:off x="8410939" y="1528870"/>
            <a:ext cx="1204199" cy="1204199"/>
          </a:xfrm>
          <a:prstGeom prst="ellipse">
            <a:avLst/>
          </a:prstGeom>
          <a:solidFill>
            <a:schemeClr val="bg1"/>
          </a:solidFill>
        </p:spPr>
        <p:txBody>
          <a:bodyPr anchor="ctr">
            <a:normAutofit/>
          </a:bodyPr>
          <a:lstStyle>
            <a:lvl1pPr marL="0" indent="0" algn="ctr">
              <a:buNone/>
              <a:defRPr sz="1000"/>
            </a:lvl1pPr>
          </a:lstStyle>
          <a:p>
            <a:r>
              <a:rPr lang="en-US" dirty="0"/>
              <a:t>A</a:t>
            </a:r>
            <a:r>
              <a:rPr lang="en-IN" dirty="0"/>
              <a:t>dd image</a:t>
            </a:r>
            <a:endParaRPr lang="en-IN" dirty="0"/>
          </a:p>
        </p:txBody>
      </p:sp>
      <p:sp>
        <p:nvSpPr>
          <p:cNvPr id="67" name="Text Placeholder 13"/>
          <p:cNvSpPr>
            <a:spLocks noGrp="1"/>
          </p:cNvSpPr>
          <p:nvPr>
            <p:ph type="body" sz="quarter" idx="51" hasCustomPrompt="1"/>
          </p:nvPr>
        </p:nvSpPr>
        <p:spPr>
          <a:xfrm>
            <a:off x="8388238" y="2847161"/>
            <a:ext cx="1204199" cy="485593"/>
          </a:xfrm>
        </p:spPr>
        <p:txBody>
          <a:bodyPr anchor="ctr">
            <a:noAutofit/>
          </a:bodyPr>
          <a:lstStyle>
            <a:lvl1pPr marL="0" indent="0" algn="l">
              <a:buNone/>
              <a:defRPr sz="1200" b="1">
                <a:solidFill>
                  <a:schemeClr val="bg1"/>
                </a:solidFill>
              </a:defRPr>
            </a:lvl1pPr>
          </a:lstStyle>
          <a:p>
            <a:pPr lvl="0"/>
            <a:r>
              <a:rPr lang="en-US" dirty="0"/>
              <a:t>&lt;Name</a:t>
            </a:r>
            <a:br>
              <a:rPr lang="en-US" dirty="0"/>
            </a:br>
            <a:r>
              <a:rPr lang="en-US" dirty="0"/>
              <a:t>Surname&gt;</a:t>
            </a:r>
            <a:endParaRPr lang="en-IN" dirty="0"/>
          </a:p>
        </p:txBody>
      </p:sp>
      <p:sp>
        <p:nvSpPr>
          <p:cNvPr id="69" name="Picture Placeholder 39"/>
          <p:cNvSpPr>
            <a:spLocks noGrp="1"/>
          </p:cNvSpPr>
          <p:nvPr>
            <p:ph type="pic" sz="quarter" idx="53" hasCustomPrompt="1"/>
          </p:nvPr>
        </p:nvSpPr>
        <p:spPr>
          <a:xfrm>
            <a:off x="10410581" y="1528870"/>
            <a:ext cx="1204199" cy="1204199"/>
          </a:xfrm>
          <a:prstGeom prst="ellipse">
            <a:avLst/>
          </a:prstGeom>
          <a:solidFill>
            <a:schemeClr val="bg1"/>
          </a:solidFill>
        </p:spPr>
        <p:txBody>
          <a:bodyPr anchor="ctr">
            <a:normAutofit/>
          </a:bodyPr>
          <a:lstStyle>
            <a:lvl1pPr marL="0" indent="0" algn="ctr">
              <a:buNone/>
              <a:defRPr sz="1000"/>
            </a:lvl1pPr>
          </a:lstStyle>
          <a:p>
            <a:r>
              <a:rPr lang="en-US" dirty="0"/>
              <a:t>A</a:t>
            </a:r>
            <a:r>
              <a:rPr lang="en-IN" dirty="0"/>
              <a:t>dd image</a:t>
            </a:r>
            <a:endParaRPr lang="en-IN" dirty="0"/>
          </a:p>
        </p:txBody>
      </p:sp>
      <p:sp>
        <p:nvSpPr>
          <p:cNvPr id="70" name="Text Placeholder 13"/>
          <p:cNvSpPr>
            <a:spLocks noGrp="1"/>
          </p:cNvSpPr>
          <p:nvPr>
            <p:ph type="body" sz="quarter" idx="54" hasCustomPrompt="1"/>
          </p:nvPr>
        </p:nvSpPr>
        <p:spPr>
          <a:xfrm>
            <a:off x="10387880" y="2847161"/>
            <a:ext cx="1204199" cy="485593"/>
          </a:xfrm>
        </p:spPr>
        <p:txBody>
          <a:bodyPr anchor="ctr">
            <a:noAutofit/>
          </a:bodyPr>
          <a:lstStyle>
            <a:lvl1pPr marL="0" indent="0" algn="l">
              <a:buNone/>
              <a:defRPr sz="1200" b="1">
                <a:solidFill>
                  <a:schemeClr val="bg1"/>
                </a:solidFill>
              </a:defRPr>
            </a:lvl1pPr>
          </a:lstStyle>
          <a:p>
            <a:pPr lvl="0"/>
            <a:r>
              <a:rPr lang="en-US" dirty="0"/>
              <a:t>&lt;Name</a:t>
            </a:r>
            <a:br>
              <a:rPr lang="en-US" dirty="0"/>
            </a:br>
            <a:r>
              <a:rPr lang="en-US" dirty="0"/>
              <a:t>Surname&gt;</a:t>
            </a:r>
            <a:endParaRPr lang="en-IN" dirty="0"/>
          </a:p>
        </p:txBody>
      </p:sp>
      <p:pic>
        <p:nvPicPr>
          <p:cNvPr id="25" name="Picture 24"/>
          <p:cNvPicPr>
            <a:picLocks noChangeAspect="1"/>
          </p:cNvPicPr>
          <p:nvPr userDrawn="1"/>
        </p:nvPicPr>
        <p:blipFill>
          <a:blip r:embed="rId2" cstate="screen"/>
          <a:stretch>
            <a:fillRect/>
          </a:stretch>
        </p:blipFill>
        <p:spPr>
          <a:xfrm>
            <a:off x="10905543" y="167836"/>
            <a:ext cx="1040440" cy="137884"/>
          </a:xfrm>
          <a:prstGeom prst="rect">
            <a:avLst/>
          </a:prstGeom>
        </p:spPr>
      </p:pic>
      <p:sp>
        <p:nvSpPr>
          <p:cNvPr id="15" name="Text Placeholder 13"/>
          <p:cNvSpPr>
            <a:spLocks noGrp="1"/>
          </p:cNvSpPr>
          <p:nvPr>
            <p:ph type="body" sz="quarter" idx="13" hasCustomPrompt="1"/>
          </p:nvPr>
        </p:nvSpPr>
        <p:spPr>
          <a:xfrm>
            <a:off x="419398" y="3753568"/>
            <a:ext cx="1373382" cy="2033083"/>
          </a:xfrm>
        </p:spPr>
        <p:txBody>
          <a:bodyPr anchor="t">
            <a:noAutofit/>
          </a:bodyPr>
          <a:lstStyle>
            <a:lvl1pPr marL="0" indent="0" algn="l">
              <a:buNone/>
              <a:defRPr sz="1200" b="0">
                <a:solidFill>
                  <a:schemeClr val="tx1">
                    <a:lumMod val="85000"/>
                    <a:lumOff val="15000"/>
                  </a:schemeClr>
                </a:solidFill>
              </a:defRPr>
            </a:lvl1pPr>
          </a:lstStyle>
          <a:p>
            <a:pPr lvl="0"/>
            <a:r>
              <a:rPr lang="en-US" dirty="0"/>
              <a:t>&lt;Insert bio&gt;</a:t>
            </a:r>
            <a:endParaRPr lang="en-IN" dirty="0"/>
          </a:p>
        </p:txBody>
      </p:sp>
      <p:sp>
        <p:nvSpPr>
          <p:cNvPr id="59" name="Text Placeholder 13"/>
          <p:cNvSpPr>
            <a:spLocks noGrp="1"/>
          </p:cNvSpPr>
          <p:nvPr>
            <p:ph type="body" sz="quarter" idx="43" hasCustomPrompt="1"/>
          </p:nvPr>
        </p:nvSpPr>
        <p:spPr>
          <a:xfrm>
            <a:off x="2396339" y="3753568"/>
            <a:ext cx="1373382" cy="2033083"/>
          </a:xfrm>
        </p:spPr>
        <p:txBody>
          <a:bodyPr anchor="t">
            <a:noAutofit/>
          </a:bodyPr>
          <a:lstStyle>
            <a:lvl1pPr marL="0" indent="0" algn="l">
              <a:buNone/>
              <a:defRPr sz="1200" b="0">
                <a:solidFill>
                  <a:schemeClr val="tx1">
                    <a:lumMod val="85000"/>
                    <a:lumOff val="15000"/>
                  </a:schemeClr>
                </a:solidFill>
              </a:defRPr>
            </a:lvl1pPr>
          </a:lstStyle>
          <a:p>
            <a:pPr lvl="0"/>
            <a:r>
              <a:rPr lang="en-US" dirty="0"/>
              <a:t>&lt;Insert bio&gt;</a:t>
            </a:r>
            <a:endParaRPr lang="en-IN" dirty="0"/>
          </a:p>
        </p:txBody>
      </p:sp>
      <p:sp>
        <p:nvSpPr>
          <p:cNvPr id="62" name="Text Placeholder 13"/>
          <p:cNvSpPr>
            <a:spLocks noGrp="1"/>
          </p:cNvSpPr>
          <p:nvPr>
            <p:ph type="body" sz="quarter" idx="46" hasCustomPrompt="1"/>
          </p:nvPr>
        </p:nvSpPr>
        <p:spPr>
          <a:xfrm>
            <a:off x="4392467" y="3753568"/>
            <a:ext cx="1373382" cy="2033083"/>
          </a:xfrm>
        </p:spPr>
        <p:txBody>
          <a:bodyPr anchor="t">
            <a:noAutofit/>
          </a:bodyPr>
          <a:lstStyle>
            <a:lvl1pPr marL="0" indent="0" algn="l">
              <a:buNone/>
              <a:defRPr sz="1200" b="0">
                <a:solidFill>
                  <a:schemeClr val="tx1">
                    <a:lumMod val="85000"/>
                    <a:lumOff val="15000"/>
                  </a:schemeClr>
                </a:solidFill>
              </a:defRPr>
            </a:lvl1pPr>
          </a:lstStyle>
          <a:p>
            <a:pPr lvl="0"/>
            <a:r>
              <a:rPr lang="en-US" dirty="0"/>
              <a:t>&lt;Insert bio&gt;</a:t>
            </a:r>
            <a:endParaRPr lang="en-IN" dirty="0"/>
          </a:p>
        </p:txBody>
      </p:sp>
      <p:sp>
        <p:nvSpPr>
          <p:cNvPr id="65" name="Text Placeholder 13"/>
          <p:cNvSpPr>
            <a:spLocks noGrp="1"/>
          </p:cNvSpPr>
          <p:nvPr>
            <p:ph type="body" sz="quarter" idx="49" hasCustomPrompt="1"/>
          </p:nvPr>
        </p:nvSpPr>
        <p:spPr>
          <a:xfrm>
            <a:off x="6388595" y="3753567"/>
            <a:ext cx="1373382" cy="2033083"/>
          </a:xfrm>
        </p:spPr>
        <p:txBody>
          <a:bodyPr anchor="t">
            <a:noAutofit/>
          </a:bodyPr>
          <a:lstStyle>
            <a:lvl1pPr marL="0" indent="0" algn="l">
              <a:buNone/>
              <a:defRPr sz="1200" b="0">
                <a:solidFill>
                  <a:schemeClr val="tx1">
                    <a:lumMod val="85000"/>
                    <a:lumOff val="15000"/>
                  </a:schemeClr>
                </a:solidFill>
              </a:defRPr>
            </a:lvl1pPr>
          </a:lstStyle>
          <a:p>
            <a:pPr lvl="0"/>
            <a:r>
              <a:rPr lang="en-US" dirty="0"/>
              <a:t>&lt;Insert bio&gt;</a:t>
            </a:r>
            <a:endParaRPr lang="en-IN" dirty="0"/>
          </a:p>
        </p:txBody>
      </p:sp>
      <p:sp>
        <p:nvSpPr>
          <p:cNvPr id="68" name="Text Placeholder 13"/>
          <p:cNvSpPr>
            <a:spLocks noGrp="1"/>
          </p:cNvSpPr>
          <p:nvPr>
            <p:ph type="body" sz="quarter" idx="52" hasCustomPrompt="1"/>
          </p:nvPr>
        </p:nvSpPr>
        <p:spPr>
          <a:xfrm>
            <a:off x="8388320" y="3753567"/>
            <a:ext cx="1373382" cy="2033083"/>
          </a:xfrm>
        </p:spPr>
        <p:txBody>
          <a:bodyPr anchor="t">
            <a:noAutofit/>
          </a:bodyPr>
          <a:lstStyle>
            <a:lvl1pPr marL="0" indent="0" algn="l">
              <a:buNone/>
              <a:defRPr sz="1200" b="0">
                <a:solidFill>
                  <a:schemeClr val="tx1">
                    <a:lumMod val="85000"/>
                    <a:lumOff val="15000"/>
                  </a:schemeClr>
                </a:solidFill>
              </a:defRPr>
            </a:lvl1pPr>
          </a:lstStyle>
          <a:p>
            <a:pPr lvl="0"/>
            <a:r>
              <a:rPr lang="en-US" dirty="0"/>
              <a:t>&lt;Insert bio&gt;</a:t>
            </a:r>
            <a:endParaRPr lang="en-IN" dirty="0"/>
          </a:p>
        </p:txBody>
      </p:sp>
      <p:sp>
        <p:nvSpPr>
          <p:cNvPr id="71" name="Text Placeholder 13"/>
          <p:cNvSpPr>
            <a:spLocks noGrp="1"/>
          </p:cNvSpPr>
          <p:nvPr>
            <p:ph type="body" sz="quarter" idx="55" hasCustomPrompt="1"/>
          </p:nvPr>
        </p:nvSpPr>
        <p:spPr>
          <a:xfrm>
            <a:off x="10387880" y="3753567"/>
            <a:ext cx="1373382" cy="2033083"/>
          </a:xfrm>
        </p:spPr>
        <p:txBody>
          <a:bodyPr anchor="t">
            <a:noAutofit/>
          </a:bodyPr>
          <a:lstStyle>
            <a:lvl1pPr marL="0" indent="0" algn="l">
              <a:buNone/>
              <a:defRPr sz="1200" b="0">
                <a:solidFill>
                  <a:schemeClr val="tx1">
                    <a:lumMod val="85000"/>
                    <a:lumOff val="15000"/>
                  </a:schemeClr>
                </a:solidFill>
              </a:defRPr>
            </a:lvl1pPr>
          </a:lstStyle>
          <a:p>
            <a:pPr lvl="0"/>
            <a:r>
              <a:rPr lang="en-US" dirty="0"/>
              <a:t>&lt;Insert bio&gt;</a:t>
            </a:r>
            <a:endParaRPr lang="en-IN" dirty="0"/>
          </a:p>
        </p:txBody>
      </p:sp>
      <p:sp>
        <p:nvSpPr>
          <p:cNvPr id="27" name="Rectangle 26"/>
          <p:cNvSpPr/>
          <p:nvPr userDrawn="1"/>
        </p:nvSpPr>
        <p:spPr>
          <a:xfrm>
            <a:off x="0" y="6654866"/>
            <a:ext cx="12192000" cy="203134"/>
          </a:xfrm>
          <a:prstGeom prst="rect">
            <a:avLst/>
          </a:prstGeom>
          <a:solidFill>
            <a:srgbClr val="233E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egoe UI" panose="020B0502040204020203" pitchFamily="34" charset="0"/>
              <a:cs typeface="Segoe UI" panose="020B0502040204020203" pitchFamily="34" charset="0"/>
            </a:endParaRPr>
          </a:p>
        </p:txBody>
      </p:sp>
      <p:sp>
        <p:nvSpPr>
          <p:cNvPr id="29" name="Slide Number Placeholder 5"/>
          <p:cNvSpPr txBox="1"/>
          <p:nvPr userDrawn="1"/>
        </p:nvSpPr>
        <p:spPr>
          <a:xfrm>
            <a:off x="11556648" y="6608673"/>
            <a:ext cx="389335" cy="268956"/>
          </a:xfrm>
          <a:prstGeom prst="rect">
            <a:avLst/>
          </a:prstGeom>
          <a:ln>
            <a:noFill/>
          </a:ln>
        </p:spPr>
        <p:txBody>
          <a:bodyPr anchor="ctr"/>
          <a:lstStyle>
            <a:defPPr>
              <a:defRPr lang="en-US"/>
            </a:defPPr>
            <a:lvl1pPr marL="0" algn="r" defTabSz="914400" rtl="0" eaLnBrk="1" latinLnBrk="0" hangingPunct="1">
              <a:defRPr sz="1080" b="0" i="0" kern="1200">
                <a:solidFill>
                  <a:schemeClr val="accent4">
                    <a:lumMod val="75000"/>
                  </a:schemeClr>
                </a:solidFill>
                <a:latin typeface="Helvetica" charset="0"/>
                <a:ea typeface="Roboto Light" charset="0"/>
                <a:cs typeface="Helvetic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936C95AE-7298-45E1-9514-94AFF5BED89B}" type="slidenum">
              <a:rPr lang="en-US" sz="800" b="0" i="0" kern="1200" smtClean="0">
                <a:solidFill>
                  <a:srgbClr val="FFFFFF"/>
                </a:solidFill>
                <a:latin typeface="Segoe UI" panose="020B0502040204020203" pitchFamily="34" charset="0"/>
                <a:ea typeface="Helvetica Neue Thin" panose="020B0403020202020204" pitchFamily="34" charset="0"/>
                <a:cs typeface="Segoe UI" panose="020B0502040204020203" pitchFamily="34" charset="0"/>
              </a:rPr>
            </a:fld>
            <a:endParaRPr lang="en-US" sz="800" b="0" i="0" kern="1200" dirty="0">
              <a:solidFill>
                <a:srgbClr val="FFFFFF"/>
              </a:solidFill>
              <a:latin typeface="Segoe UI" panose="020B0502040204020203" pitchFamily="34" charset="0"/>
              <a:ea typeface="Helvetica Neue Thin" panose="020B0403020202020204" pitchFamily="34" charset="0"/>
              <a:cs typeface="Segoe UI" panose="020B0502040204020203" pitchFamily="34" charset="0"/>
            </a:endParaRPr>
          </a:p>
        </p:txBody>
      </p:sp>
      <p:sp>
        <p:nvSpPr>
          <p:cNvPr id="28" name="Subtitle 2"/>
          <p:cNvSpPr txBox="1"/>
          <p:nvPr userDrawn="1"/>
        </p:nvSpPr>
        <p:spPr>
          <a:xfrm>
            <a:off x="0" y="6663619"/>
            <a:ext cx="5298281" cy="203133"/>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Font typeface="Arial" panose="020B0604020202020204"/>
              <a:buNone/>
            </a:pPr>
            <a:r>
              <a:rPr lang="en-US" sz="800" dirty="0" err="1">
                <a:solidFill>
                  <a:srgbClr val="FFFFFF"/>
                </a:solidFill>
                <a:latin typeface="Segoe UI" panose="020B0502040204020203" pitchFamily="34" charset="0"/>
                <a:ea typeface="Helvetica" charset="0"/>
                <a:cs typeface="Segoe UI" panose="020B0502040204020203" pitchFamily="34" charset="0"/>
              </a:rPr>
              <a:t>Azentio.com</a:t>
            </a:r>
            <a:r>
              <a:rPr lang="en-US" sz="800" dirty="0">
                <a:solidFill>
                  <a:srgbClr val="FFFFFF"/>
                </a:solidFill>
                <a:latin typeface="Segoe UI" panose="020B0502040204020203" pitchFamily="34" charset="0"/>
                <a:ea typeface="Helvetica" charset="0"/>
                <a:cs typeface="Segoe UI" panose="020B0502040204020203" pitchFamily="34" charset="0"/>
              </a:rPr>
              <a:t> | All rights reserved. This document is proprietary and confidential.</a:t>
            </a:r>
            <a:endParaRPr lang="en-US" sz="800" dirty="0">
              <a:solidFill>
                <a:srgbClr val="FFFFFF"/>
              </a:solidFill>
              <a:latin typeface="Segoe UI" panose="020B0502040204020203" pitchFamily="34" charset="0"/>
              <a:ea typeface="Helvetica" charset="0"/>
              <a:cs typeface="Segoe UI" panose="020B0502040204020203" pitchFamily="34" charset="0"/>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2_Thank you slide">
    <p:spTree>
      <p:nvGrpSpPr>
        <p:cNvPr id="1" name=""/>
        <p:cNvGrpSpPr/>
        <p:nvPr/>
      </p:nvGrpSpPr>
      <p:grpSpPr>
        <a:xfrm>
          <a:off x="0" y="0"/>
          <a:ext cx="0" cy="0"/>
          <a:chOff x="0" y="0"/>
          <a:chExt cx="0" cy="0"/>
        </a:xfrm>
      </p:grpSpPr>
      <p:sp>
        <p:nvSpPr>
          <p:cNvPr id="7" name="Text Placeholder 6"/>
          <p:cNvSpPr>
            <a:spLocks noGrp="1"/>
          </p:cNvSpPr>
          <p:nvPr>
            <p:ph type="body" sz="quarter" idx="13" hasCustomPrompt="1"/>
          </p:nvPr>
        </p:nvSpPr>
        <p:spPr>
          <a:xfrm>
            <a:off x="2496402" y="2808076"/>
            <a:ext cx="7199195" cy="1026946"/>
          </a:xfrm>
        </p:spPr>
        <p:txBody>
          <a:bodyPr anchor="ctr">
            <a:normAutofit/>
          </a:bodyPr>
          <a:lstStyle>
            <a:lvl1pPr marL="0" indent="0" algn="ctr">
              <a:buNone/>
              <a:defRPr sz="4400" b="0">
                <a:solidFill>
                  <a:srgbClr val="003399"/>
                </a:solidFill>
                <a:latin typeface="+mj-lt"/>
              </a:defRPr>
            </a:lvl1pPr>
          </a:lstStyle>
          <a:p>
            <a:pPr lvl="0"/>
            <a:r>
              <a:rPr lang="en-US" dirty="0"/>
              <a:t>&lt;Thank you&gt;</a:t>
            </a:r>
            <a:endParaRPr lang="en-IN" dirty="0"/>
          </a:p>
        </p:txBody>
      </p:sp>
      <p:pic>
        <p:nvPicPr>
          <p:cNvPr id="11" name="Picture 10"/>
          <p:cNvPicPr>
            <a:picLocks noChangeAspect="1"/>
          </p:cNvPicPr>
          <p:nvPr userDrawn="1"/>
        </p:nvPicPr>
        <p:blipFill>
          <a:blip r:embed="rId2" cstate="screen"/>
          <a:stretch>
            <a:fillRect/>
          </a:stretch>
        </p:blipFill>
        <p:spPr>
          <a:xfrm>
            <a:off x="10905543" y="167836"/>
            <a:ext cx="1040440" cy="137884"/>
          </a:xfrm>
          <a:prstGeom prst="rect">
            <a:avLst/>
          </a:prstGeom>
        </p:spPr>
      </p:pic>
      <p:sp>
        <p:nvSpPr>
          <p:cNvPr id="8" name="Rectangle 7"/>
          <p:cNvSpPr/>
          <p:nvPr userDrawn="1"/>
        </p:nvSpPr>
        <p:spPr>
          <a:xfrm>
            <a:off x="0" y="6654866"/>
            <a:ext cx="12192000" cy="203134"/>
          </a:xfrm>
          <a:prstGeom prst="rect">
            <a:avLst/>
          </a:prstGeom>
          <a:solidFill>
            <a:srgbClr val="D74E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egoe UI" panose="020B0502040204020203" pitchFamily="34" charset="0"/>
              <a:cs typeface="Segoe UI" panose="020B0502040204020203" pitchFamily="34" charset="0"/>
            </a:endParaRPr>
          </a:p>
        </p:txBody>
      </p:sp>
      <p:sp>
        <p:nvSpPr>
          <p:cNvPr id="10" name="Slide Number Placeholder 5"/>
          <p:cNvSpPr txBox="1"/>
          <p:nvPr userDrawn="1"/>
        </p:nvSpPr>
        <p:spPr>
          <a:xfrm>
            <a:off x="11556648" y="6608673"/>
            <a:ext cx="389335" cy="268956"/>
          </a:xfrm>
          <a:prstGeom prst="rect">
            <a:avLst/>
          </a:prstGeom>
          <a:ln>
            <a:noFill/>
          </a:ln>
        </p:spPr>
        <p:txBody>
          <a:bodyPr anchor="ctr"/>
          <a:lstStyle>
            <a:defPPr>
              <a:defRPr lang="en-US"/>
            </a:defPPr>
            <a:lvl1pPr marL="0" algn="r" defTabSz="914400" rtl="0" eaLnBrk="1" latinLnBrk="0" hangingPunct="1">
              <a:defRPr sz="1080" b="0" i="0" kern="1200">
                <a:solidFill>
                  <a:schemeClr val="accent4">
                    <a:lumMod val="75000"/>
                  </a:schemeClr>
                </a:solidFill>
                <a:latin typeface="Helvetica" charset="0"/>
                <a:ea typeface="Roboto Light" charset="0"/>
                <a:cs typeface="Helvetic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936C95AE-7298-45E1-9514-94AFF5BED89B}" type="slidenum">
              <a:rPr lang="en-US" sz="800" b="0" i="0" kern="1200" smtClean="0">
                <a:solidFill>
                  <a:srgbClr val="FFFFFF"/>
                </a:solidFill>
                <a:latin typeface="Segoe UI" panose="020B0502040204020203" pitchFamily="34" charset="0"/>
                <a:ea typeface="Helvetica Neue Thin" panose="020B0403020202020204" pitchFamily="34" charset="0"/>
                <a:cs typeface="Segoe UI" panose="020B0502040204020203" pitchFamily="34" charset="0"/>
              </a:rPr>
            </a:fld>
            <a:endParaRPr lang="en-US" sz="800" b="0" i="0" kern="1200" dirty="0">
              <a:solidFill>
                <a:srgbClr val="FFFFFF"/>
              </a:solidFill>
              <a:latin typeface="Segoe UI" panose="020B0502040204020203" pitchFamily="34" charset="0"/>
              <a:ea typeface="Helvetica Neue Thin" panose="020B0403020202020204" pitchFamily="34" charset="0"/>
              <a:cs typeface="Segoe UI" panose="020B0502040204020203" pitchFamily="34" charset="0"/>
            </a:endParaRPr>
          </a:p>
        </p:txBody>
      </p:sp>
      <p:sp>
        <p:nvSpPr>
          <p:cNvPr id="9" name="Subtitle 2"/>
          <p:cNvSpPr txBox="1"/>
          <p:nvPr userDrawn="1"/>
        </p:nvSpPr>
        <p:spPr>
          <a:xfrm>
            <a:off x="0" y="6663619"/>
            <a:ext cx="5298281" cy="203133"/>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Font typeface="Arial" panose="020B0604020202020204"/>
              <a:buNone/>
            </a:pPr>
            <a:r>
              <a:rPr lang="en-US" sz="800" dirty="0" err="1">
                <a:solidFill>
                  <a:srgbClr val="FFFFFF"/>
                </a:solidFill>
                <a:latin typeface="Segoe UI" panose="020B0502040204020203" pitchFamily="34" charset="0"/>
                <a:ea typeface="Helvetica" charset="0"/>
                <a:cs typeface="Segoe UI" panose="020B0502040204020203" pitchFamily="34" charset="0"/>
              </a:rPr>
              <a:t>Azentio.com</a:t>
            </a:r>
            <a:r>
              <a:rPr lang="en-US" sz="800" dirty="0">
                <a:solidFill>
                  <a:srgbClr val="FFFFFF"/>
                </a:solidFill>
                <a:latin typeface="Segoe UI" panose="020B0502040204020203" pitchFamily="34" charset="0"/>
                <a:ea typeface="Helvetica" charset="0"/>
                <a:cs typeface="Segoe UI" panose="020B0502040204020203" pitchFamily="34" charset="0"/>
              </a:rPr>
              <a:t> | All rights reserved. This document is proprietary and confidential.</a:t>
            </a:r>
            <a:endParaRPr lang="en-US" sz="800" dirty="0">
              <a:solidFill>
                <a:srgbClr val="FFFFFF"/>
              </a:solidFill>
              <a:latin typeface="Segoe UI" panose="020B0502040204020203" pitchFamily="34" charset="0"/>
              <a:ea typeface="Helvetica" charset="0"/>
              <a:cs typeface="Segoe UI" panose="020B0502040204020203" pitchFamily="34" charset="0"/>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3_Thank you slide">
    <p:spTree>
      <p:nvGrpSpPr>
        <p:cNvPr id="1" name=""/>
        <p:cNvGrpSpPr/>
        <p:nvPr/>
      </p:nvGrpSpPr>
      <p:grpSpPr>
        <a:xfrm>
          <a:off x="0" y="0"/>
          <a:ext cx="0" cy="0"/>
          <a:chOff x="0" y="0"/>
          <a:chExt cx="0" cy="0"/>
        </a:xfrm>
      </p:grpSpPr>
      <p:sp>
        <p:nvSpPr>
          <p:cNvPr id="7" name="Text Placeholder 6"/>
          <p:cNvSpPr>
            <a:spLocks noGrp="1"/>
          </p:cNvSpPr>
          <p:nvPr>
            <p:ph type="body" sz="quarter" idx="13" hasCustomPrompt="1"/>
          </p:nvPr>
        </p:nvSpPr>
        <p:spPr>
          <a:xfrm>
            <a:off x="2496402" y="2808076"/>
            <a:ext cx="7199195" cy="1026946"/>
          </a:xfrm>
        </p:spPr>
        <p:txBody>
          <a:bodyPr anchor="ctr">
            <a:normAutofit/>
          </a:bodyPr>
          <a:lstStyle>
            <a:lvl1pPr marL="0" indent="0" algn="ctr">
              <a:buNone/>
              <a:defRPr sz="4400" b="0">
                <a:solidFill>
                  <a:srgbClr val="D74E0F"/>
                </a:solidFill>
                <a:latin typeface="+mj-lt"/>
              </a:defRPr>
            </a:lvl1pPr>
          </a:lstStyle>
          <a:p>
            <a:pPr lvl="0"/>
            <a:r>
              <a:rPr lang="en-US" dirty="0"/>
              <a:t>&lt;Thank you&gt;</a:t>
            </a:r>
            <a:endParaRPr lang="en-IN" dirty="0"/>
          </a:p>
        </p:txBody>
      </p:sp>
      <p:pic>
        <p:nvPicPr>
          <p:cNvPr id="11" name="Picture 10"/>
          <p:cNvPicPr>
            <a:picLocks noChangeAspect="1"/>
          </p:cNvPicPr>
          <p:nvPr userDrawn="1"/>
        </p:nvPicPr>
        <p:blipFill>
          <a:blip r:embed="rId2" cstate="screen"/>
          <a:stretch>
            <a:fillRect/>
          </a:stretch>
        </p:blipFill>
        <p:spPr>
          <a:xfrm>
            <a:off x="10905543" y="167836"/>
            <a:ext cx="1040440" cy="137884"/>
          </a:xfrm>
          <a:prstGeom prst="rect">
            <a:avLst/>
          </a:prstGeom>
        </p:spPr>
      </p:pic>
      <p:sp>
        <p:nvSpPr>
          <p:cNvPr id="8" name="Rectangle 7"/>
          <p:cNvSpPr/>
          <p:nvPr userDrawn="1"/>
        </p:nvSpPr>
        <p:spPr>
          <a:xfrm>
            <a:off x="0" y="6654866"/>
            <a:ext cx="12192000" cy="203134"/>
          </a:xfrm>
          <a:prstGeom prst="rect">
            <a:avLst/>
          </a:prstGeom>
          <a:solidFill>
            <a:srgbClr val="D74E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egoe UI" panose="020B0502040204020203" pitchFamily="34" charset="0"/>
              <a:cs typeface="Segoe UI" panose="020B0502040204020203" pitchFamily="34" charset="0"/>
            </a:endParaRPr>
          </a:p>
        </p:txBody>
      </p:sp>
      <p:sp>
        <p:nvSpPr>
          <p:cNvPr id="10" name="Slide Number Placeholder 5"/>
          <p:cNvSpPr txBox="1"/>
          <p:nvPr userDrawn="1"/>
        </p:nvSpPr>
        <p:spPr>
          <a:xfrm>
            <a:off x="11556648" y="6608673"/>
            <a:ext cx="389335" cy="268956"/>
          </a:xfrm>
          <a:prstGeom prst="rect">
            <a:avLst/>
          </a:prstGeom>
          <a:ln>
            <a:noFill/>
          </a:ln>
        </p:spPr>
        <p:txBody>
          <a:bodyPr anchor="ctr"/>
          <a:lstStyle>
            <a:defPPr>
              <a:defRPr lang="en-US"/>
            </a:defPPr>
            <a:lvl1pPr marL="0" algn="r" defTabSz="914400" rtl="0" eaLnBrk="1" latinLnBrk="0" hangingPunct="1">
              <a:defRPr sz="1080" b="0" i="0" kern="1200">
                <a:solidFill>
                  <a:schemeClr val="accent4">
                    <a:lumMod val="75000"/>
                  </a:schemeClr>
                </a:solidFill>
                <a:latin typeface="Helvetica" charset="0"/>
                <a:ea typeface="Roboto Light" charset="0"/>
                <a:cs typeface="Helvetic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936C95AE-7298-45E1-9514-94AFF5BED89B}" type="slidenum">
              <a:rPr lang="en-US" sz="800" b="0" i="0" kern="1200" smtClean="0">
                <a:solidFill>
                  <a:srgbClr val="FFFFFF"/>
                </a:solidFill>
                <a:latin typeface="Segoe UI" panose="020B0502040204020203" pitchFamily="34" charset="0"/>
                <a:ea typeface="Helvetica Neue Thin" panose="020B0403020202020204" pitchFamily="34" charset="0"/>
                <a:cs typeface="Segoe UI" panose="020B0502040204020203" pitchFamily="34" charset="0"/>
              </a:rPr>
            </a:fld>
            <a:endParaRPr lang="en-US" sz="800" b="0" i="0" kern="1200" dirty="0">
              <a:solidFill>
                <a:srgbClr val="FFFFFF"/>
              </a:solidFill>
              <a:latin typeface="Segoe UI" panose="020B0502040204020203" pitchFamily="34" charset="0"/>
              <a:ea typeface="Helvetica Neue Thin" panose="020B0403020202020204" pitchFamily="34" charset="0"/>
              <a:cs typeface="Segoe UI" panose="020B0502040204020203" pitchFamily="34" charset="0"/>
            </a:endParaRPr>
          </a:p>
        </p:txBody>
      </p:sp>
      <p:sp>
        <p:nvSpPr>
          <p:cNvPr id="9" name="Subtitle 2"/>
          <p:cNvSpPr txBox="1"/>
          <p:nvPr userDrawn="1"/>
        </p:nvSpPr>
        <p:spPr>
          <a:xfrm>
            <a:off x="0" y="6663619"/>
            <a:ext cx="5298281" cy="203133"/>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Font typeface="Arial" panose="020B0604020202020204"/>
              <a:buNone/>
            </a:pPr>
            <a:r>
              <a:rPr lang="en-US" sz="800" dirty="0" err="1">
                <a:solidFill>
                  <a:srgbClr val="FFFFFF"/>
                </a:solidFill>
                <a:latin typeface="Segoe UI" panose="020B0502040204020203" pitchFamily="34" charset="0"/>
                <a:ea typeface="Helvetica" charset="0"/>
                <a:cs typeface="Segoe UI" panose="020B0502040204020203" pitchFamily="34" charset="0"/>
              </a:rPr>
              <a:t>Azentio.com</a:t>
            </a:r>
            <a:r>
              <a:rPr lang="en-US" sz="800" dirty="0">
                <a:solidFill>
                  <a:srgbClr val="FFFFFF"/>
                </a:solidFill>
                <a:latin typeface="Segoe UI" panose="020B0502040204020203" pitchFamily="34" charset="0"/>
                <a:ea typeface="Helvetica" charset="0"/>
                <a:cs typeface="Segoe UI" panose="020B0502040204020203" pitchFamily="34" charset="0"/>
              </a:rPr>
              <a:t> | All rights reserved. This document is proprietary and confidential.</a:t>
            </a:r>
            <a:endParaRPr lang="en-US" sz="800" dirty="0">
              <a:solidFill>
                <a:srgbClr val="FFFFFF"/>
              </a:solidFill>
              <a:latin typeface="Segoe UI" panose="020B0502040204020203" pitchFamily="34" charset="0"/>
              <a:ea typeface="Helvetica" charset="0"/>
              <a:cs typeface="Segoe UI" panose="020B0502040204020203" pitchFamily="34" charset="0"/>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4_Blank slide">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7_Blank slide">
    <p:bg>
      <p:bgPr>
        <a:solidFill>
          <a:srgbClr val="003399"/>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8_Blank slide">
    <p:bg>
      <p:bgPr>
        <a:solidFill>
          <a:srgbClr val="D74E0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6_Blank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screen"/>
          <a:stretch>
            <a:fillRect/>
          </a:stretch>
        </p:blipFill>
        <p:spPr>
          <a:xfrm>
            <a:off x="10905543" y="167836"/>
            <a:ext cx="1040440" cy="137884"/>
          </a:xfrm>
          <a:prstGeom prst="rect">
            <a:avLst/>
          </a:prstGeom>
        </p:spPr>
      </p:pic>
      <p:sp>
        <p:nvSpPr>
          <p:cNvPr id="6" name="Rectangle 5"/>
          <p:cNvSpPr/>
          <p:nvPr userDrawn="1"/>
        </p:nvSpPr>
        <p:spPr>
          <a:xfrm>
            <a:off x="0" y="6654866"/>
            <a:ext cx="12192000" cy="203134"/>
          </a:xfrm>
          <a:prstGeom prst="rect">
            <a:avLst/>
          </a:prstGeom>
          <a:solidFill>
            <a:srgbClr val="D74E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egoe UI" panose="020B0502040204020203" pitchFamily="34" charset="0"/>
              <a:cs typeface="Segoe UI" panose="020B0502040204020203" pitchFamily="34" charset="0"/>
            </a:endParaRPr>
          </a:p>
        </p:txBody>
      </p:sp>
      <p:sp>
        <p:nvSpPr>
          <p:cNvPr id="11" name="Slide Number Placeholder 5"/>
          <p:cNvSpPr txBox="1"/>
          <p:nvPr userDrawn="1"/>
        </p:nvSpPr>
        <p:spPr>
          <a:xfrm>
            <a:off x="11556648" y="6608673"/>
            <a:ext cx="389335" cy="268956"/>
          </a:xfrm>
          <a:prstGeom prst="rect">
            <a:avLst/>
          </a:prstGeom>
          <a:ln>
            <a:noFill/>
          </a:ln>
        </p:spPr>
        <p:txBody>
          <a:bodyPr anchor="ctr"/>
          <a:lstStyle>
            <a:defPPr>
              <a:defRPr lang="en-US"/>
            </a:defPPr>
            <a:lvl1pPr marL="0" algn="r" defTabSz="914400" rtl="0" eaLnBrk="1" latinLnBrk="0" hangingPunct="1">
              <a:defRPr sz="1080" b="0" i="0" kern="1200">
                <a:solidFill>
                  <a:schemeClr val="accent4">
                    <a:lumMod val="75000"/>
                  </a:schemeClr>
                </a:solidFill>
                <a:latin typeface="Helvetica" charset="0"/>
                <a:ea typeface="Roboto Light" charset="0"/>
                <a:cs typeface="Helvetic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936C95AE-7298-45E1-9514-94AFF5BED89B}" type="slidenum">
              <a:rPr lang="en-US" sz="800" b="0" i="0" kern="1200" smtClean="0">
                <a:solidFill>
                  <a:srgbClr val="FFFFFF"/>
                </a:solidFill>
                <a:latin typeface="Segoe UI" panose="020B0502040204020203" pitchFamily="34" charset="0"/>
                <a:ea typeface="Helvetica Neue Thin" panose="020B0403020202020204" pitchFamily="34" charset="0"/>
                <a:cs typeface="Segoe UI" panose="020B0502040204020203" pitchFamily="34" charset="0"/>
              </a:rPr>
            </a:fld>
            <a:endParaRPr lang="en-US" sz="800" b="0" i="0" kern="1200" dirty="0">
              <a:solidFill>
                <a:srgbClr val="FFFFFF"/>
              </a:solidFill>
              <a:latin typeface="Segoe UI" panose="020B0502040204020203" pitchFamily="34" charset="0"/>
              <a:ea typeface="Helvetica Neue Thin" panose="020B0403020202020204" pitchFamily="34" charset="0"/>
              <a:cs typeface="Segoe UI" panose="020B0502040204020203" pitchFamily="34" charset="0"/>
            </a:endParaRPr>
          </a:p>
        </p:txBody>
      </p:sp>
      <p:sp>
        <p:nvSpPr>
          <p:cNvPr id="7" name="Subtitle 2"/>
          <p:cNvSpPr txBox="1"/>
          <p:nvPr userDrawn="1"/>
        </p:nvSpPr>
        <p:spPr>
          <a:xfrm>
            <a:off x="0" y="6663619"/>
            <a:ext cx="5298281" cy="203133"/>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Font typeface="Arial" panose="020B0604020202020204"/>
              <a:buNone/>
            </a:pPr>
            <a:r>
              <a:rPr lang="en-US" sz="800" dirty="0" err="1">
                <a:solidFill>
                  <a:srgbClr val="FFFFFF"/>
                </a:solidFill>
                <a:latin typeface="Segoe UI" panose="020B0502040204020203" pitchFamily="34" charset="0"/>
                <a:ea typeface="Helvetica" charset="0"/>
                <a:cs typeface="Segoe UI" panose="020B0502040204020203" pitchFamily="34" charset="0"/>
              </a:rPr>
              <a:t>Azentio.com</a:t>
            </a:r>
            <a:r>
              <a:rPr lang="en-US" sz="800" dirty="0">
                <a:solidFill>
                  <a:srgbClr val="FFFFFF"/>
                </a:solidFill>
                <a:latin typeface="Segoe UI" panose="020B0502040204020203" pitchFamily="34" charset="0"/>
                <a:ea typeface="Helvetica" charset="0"/>
                <a:cs typeface="Segoe UI" panose="020B0502040204020203" pitchFamily="34" charset="0"/>
              </a:rPr>
              <a:t> | All rights reserved. This document is proprietary and confidential.</a:t>
            </a:r>
            <a:endParaRPr lang="en-US" sz="800" dirty="0">
              <a:solidFill>
                <a:srgbClr val="FFFFFF"/>
              </a:solidFill>
              <a:latin typeface="Segoe UI" panose="020B0502040204020203" pitchFamily="34" charset="0"/>
              <a:ea typeface="Helvetica" charset="0"/>
              <a:cs typeface="Segoe UI" panose="020B0502040204020203" pitchFamily="34"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5_Blank slide">
    <p:bg>
      <p:bgPr>
        <a:solidFill>
          <a:srgbClr val="003399"/>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screen"/>
          <a:stretch>
            <a:fillRect/>
          </a:stretch>
        </p:blipFill>
        <p:spPr>
          <a:xfrm>
            <a:off x="10905543" y="167836"/>
            <a:ext cx="1040440" cy="137884"/>
          </a:xfrm>
          <a:prstGeom prst="rect">
            <a:avLst/>
          </a:prstGeom>
        </p:spPr>
      </p:pic>
      <p:sp>
        <p:nvSpPr>
          <p:cNvPr id="9" name="Slide Number Placeholder 5"/>
          <p:cNvSpPr txBox="1"/>
          <p:nvPr userDrawn="1"/>
        </p:nvSpPr>
        <p:spPr>
          <a:xfrm>
            <a:off x="11556648" y="6608673"/>
            <a:ext cx="389335" cy="268956"/>
          </a:xfrm>
          <a:prstGeom prst="rect">
            <a:avLst/>
          </a:prstGeom>
          <a:ln>
            <a:noFill/>
          </a:ln>
        </p:spPr>
        <p:txBody>
          <a:bodyPr anchor="ctr"/>
          <a:lstStyle>
            <a:defPPr>
              <a:defRPr lang="en-US"/>
            </a:defPPr>
            <a:lvl1pPr marL="0" algn="r" defTabSz="914400" rtl="0" eaLnBrk="1" latinLnBrk="0" hangingPunct="1">
              <a:defRPr sz="1080" b="0" i="0" kern="1200">
                <a:solidFill>
                  <a:schemeClr val="accent4">
                    <a:lumMod val="75000"/>
                  </a:schemeClr>
                </a:solidFill>
                <a:latin typeface="Helvetica" charset="0"/>
                <a:ea typeface="Roboto Light" charset="0"/>
                <a:cs typeface="Helvetic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936C95AE-7298-45E1-9514-94AFF5BED89B}" type="slidenum">
              <a:rPr lang="en-US" sz="800" b="0" i="0" kern="1200" smtClean="0">
                <a:solidFill>
                  <a:srgbClr val="FFFFFF"/>
                </a:solidFill>
                <a:latin typeface="Segoe UI" panose="020B0502040204020203" pitchFamily="34" charset="0"/>
                <a:ea typeface="Helvetica Neue Thin" panose="020B0403020202020204" pitchFamily="34" charset="0"/>
                <a:cs typeface="Segoe UI" panose="020B0502040204020203" pitchFamily="34" charset="0"/>
              </a:rPr>
            </a:fld>
            <a:endParaRPr lang="en-US" sz="800" b="0" i="0" kern="1200" dirty="0">
              <a:solidFill>
                <a:srgbClr val="FFFFFF"/>
              </a:solidFill>
              <a:latin typeface="Segoe UI" panose="020B0502040204020203" pitchFamily="34" charset="0"/>
              <a:ea typeface="Helvetica Neue Thin" panose="020B0403020202020204" pitchFamily="34" charset="0"/>
              <a:cs typeface="Segoe UI" panose="020B0502040204020203" pitchFamily="34" charset="0"/>
            </a:endParaRPr>
          </a:p>
        </p:txBody>
      </p:sp>
      <p:sp>
        <p:nvSpPr>
          <p:cNvPr id="7" name="Subtitle 2"/>
          <p:cNvSpPr txBox="1"/>
          <p:nvPr userDrawn="1"/>
        </p:nvSpPr>
        <p:spPr>
          <a:xfrm>
            <a:off x="0" y="6663619"/>
            <a:ext cx="5298281" cy="203133"/>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Font typeface="Arial" panose="020B0604020202020204"/>
              <a:buNone/>
            </a:pPr>
            <a:r>
              <a:rPr lang="en-US" sz="800" dirty="0" err="1">
                <a:solidFill>
                  <a:srgbClr val="FFFFFF"/>
                </a:solidFill>
                <a:latin typeface="Segoe UI" panose="020B0502040204020203" pitchFamily="34" charset="0"/>
                <a:ea typeface="Helvetica" charset="0"/>
                <a:cs typeface="Segoe UI" panose="020B0502040204020203" pitchFamily="34" charset="0"/>
              </a:rPr>
              <a:t>Azentio.com</a:t>
            </a:r>
            <a:r>
              <a:rPr lang="en-US" sz="800" dirty="0">
                <a:solidFill>
                  <a:srgbClr val="FFFFFF"/>
                </a:solidFill>
                <a:latin typeface="Segoe UI" panose="020B0502040204020203" pitchFamily="34" charset="0"/>
                <a:ea typeface="Helvetica" charset="0"/>
                <a:cs typeface="Segoe UI" panose="020B0502040204020203" pitchFamily="34" charset="0"/>
              </a:rPr>
              <a:t> | All rights reserved. This document is proprietary and confidential.</a:t>
            </a:r>
            <a:endParaRPr lang="en-US" sz="800" dirty="0">
              <a:solidFill>
                <a:srgbClr val="FFFFFF"/>
              </a:solidFill>
              <a:latin typeface="Segoe UI" panose="020B0502040204020203" pitchFamily="34" charset="0"/>
              <a:ea typeface="Helvetica" charset="0"/>
              <a:cs typeface="Segoe UI" panose="020B0502040204020203" pitchFamily="34"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9_Blank slide">
    <p:bg>
      <p:bgPr>
        <a:solidFill>
          <a:srgbClr val="D74E0F"/>
        </a:solidFill>
        <a:effectLst/>
      </p:bgPr>
    </p:bg>
    <p:spTree>
      <p:nvGrpSpPr>
        <p:cNvPr id="1" name=""/>
        <p:cNvGrpSpPr/>
        <p:nvPr/>
      </p:nvGrpSpPr>
      <p:grpSpPr>
        <a:xfrm>
          <a:off x="0" y="0"/>
          <a:ext cx="0" cy="0"/>
          <a:chOff x="0" y="0"/>
          <a:chExt cx="0" cy="0"/>
        </a:xfrm>
      </p:grpSpPr>
      <p:sp>
        <p:nvSpPr>
          <p:cNvPr id="3" name="Slide Number Placeholder 5"/>
          <p:cNvSpPr txBox="1"/>
          <p:nvPr userDrawn="1"/>
        </p:nvSpPr>
        <p:spPr>
          <a:xfrm>
            <a:off x="11556648" y="6608673"/>
            <a:ext cx="389335" cy="268956"/>
          </a:xfrm>
          <a:prstGeom prst="rect">
            <a:avLst/>
          </a:prstGeom>
          <a:ln>
            <a:noFill/>
          </a:ln>
        </p:spPr>
        <p:txBody>
          <a:bodyPr anchor="ctr"/>
          <a:lstStyle>
            <a:defPPr>
              <a:defRPr lang="en-US"/>
            </a:defPPr>
            <a:lvl1pPr marL="0" algn="r" defTabSz="914400" rtl="0" eaLnBrk="1" latinLnBrk="0" hangingPunct="1">
              <a:defRPr sz="1080" b="0" i="0" kern="1200">
                <a:solidFill>
                  <a:schemeClr val="accent4">
                    <a:lumMod val="75000"/>
                  </a:schemeClr>
                </a:solidFill>
                <a:latin typeface="Helvetica" charset="0"/>
                <a:ea typeface="Roboto Light" charset="0"/>
                <a:cs typeface="Helvetic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936C95AE-7298-45E1-9514-94AFF5BED89B}" type="slidenum">
              <a:rPr lang="en-US" sz="800" b="0" i="0" kern="1200" smtClean="0">
                <a:solidFill>
                  <a:srgbClr val="FFFFFF"/>
                </a:solidFill>
                <a:latin typeface="Segoe UI" panose="020B0502040204020203" pitchFamily="34" charset="0"/>
                <a:ea typeface="Helvetica Neue Thin" panose="020B0403020202020204" pitchFamily="34" charset="0"/>
                <a:cs typeface="Segoe UI" panose="020B0502040204020203" pitchFamily="34" charset="0"/>
              </a:rPr>
            </a:fld>
            <a:endParaRPr lang="en-US" sz="800" b="0" i="0" kern="1200" dirty="0">
              <a:solidFill>
                <a:srgbClr val="FFFFFF"/>
              </a:solidFill>
              <a:latin typeface="Segoe UI" panose="020B0502040204020203" pitchFamily="34" charset="0"/>
              <a:ea typeface="Helvetica Neue Thin" panose="020B0403020202020204" pitchFamily="34" charset="0"/>
              <a:cs typeface="Segoe UI" panose="020B0502040204020203" pitchFamily="34" charset="0"/>
            </a:endParaRPr>
          </a:p>
        </p:txBody>
      </p:sp>
      <p:pic>
        <p:nvPicPr>
          <p:cNvPr id="5" name="Picture 4"/>
          <p:cNvPicPr>
            <a:picLocks noChangeAspect="1"/>
          </p:cNvPicPr>
          <p:nvPr userDrawn="1"/>
        </p:nvPicPr>
        <p:blipFill>
          <a:blip r:embed="rId2" cstate="screen">
            <a:biLevel thresh="25000"/>
          </a:blip>
          <a:stretch>
            <a:fillRect/>
          </a:stretch>
        </p:blipFill>
        <p:spPr>
          <a:xfrm>
            <a:off x="10905543" y="167836"/>
            <a:ext cx="1040440" cy="137884"/>
          </a:xfrm>
          <a:prstGeom prst="rect">
            <a:avLst/>
          </a:prstGeom>
        </p:spPr>
      </p:pic>
      <p:sp>
        <p:nvSpPr>
          <p:cNvPr id="7" name="Subtitle 2"/>
          <p:cNvSpPr txBox="1"/>
          <p:nvPr userDrawn="1"/>
        </p:nvSpPr>
        <p:spPr>
          <a:xfrm>
            <a:off x="0" y="6663619"/>
            <a:ext cx="5298281" cy="203133"/>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Font typeface="Arial" panose="020B0604020202020204"/>
              <a:buNone/>
            </a:pPr>
            <a:r>
              <a:rPr lang="en-US" sz="800" dirty="0" err="1">
                <a:solidFill>
                  <a:srgbClr val="FFFFFF"/>
                </a:solidFill>
                <a:latin typeface="Segoe UI" panose="020B0502040204020203" pitchFamily="34" charset="0"/>
                <a:ea typeface="Helvetica" charset="0"/>
                <a:cs typeface="Segoe UI" panose="020B0502040204020203" pitchFamily="34" charset="0"/>
              </a:rPr>
              <a:t>Azentio.com</a:t>
            </a:r>
            <a:r>
              <a:rPr lang="en-US" sz="800" dirty="0">
                <a:solidFill>
                  <a:srgbClr val="FFFFFF"/>
                </a:solidFill>
                <a:latin typeface="Segoe UI" panose="020B0502040204020203" pitchFamily="34" charset="0"/>
                <a:ea typeface="Helvetica" charset="0"/>
                <a:cs typeface="Segoe UI" panose="020B0502040204020203" pitchFamily="34" charset="0"/>
              </a:rPr>
              <a:t> | All rights reserved. This document is proprietary and confidential.</a:t>
            </a:r>
            <a:endParaRPr lang="en-US" sz="800" dirty="0">
              <a:solidFill>
                <a:srgbClr val="FFFFFF"/>
              </a:solidFill>
              <a:latin typeface="Segoe UI" panose="020B0502040204020203" pitchFamily="34" charset="0"/>
              <a:ea typeface="Helvetica" charset="0"/>
              <a:cs typeface="Segoe UI" panose="020B0502040204020203" pitchFamily="34" charset="0"/>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Opening Slide_white background">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30804" y="3261331"/>
            <a:ext cx="2530393" cy="335338"/>
          </a:xfrm>
          <a:prstGeom prst="rect">
            <a:avLst/>
          </a:prstGeom>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Opening Slide_orange background">
    <p:bg>
      <p:bgPr>
        <a:solidFill>
          <a:srgbClr val="D55127"/>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830804" y="3261331"/>
            <a:ext cx="2530393" cy="335338"/>
          </a:xfrm>
          <a:prstGeom prst="rect">
            <a:avLst/>
          </a:prstGeom>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_Opening Slide_orange background">
    <p:bg>
      <p:bgPr>
        <a:solidFill>
          <a:srgbClr val="003399"/>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30804" y="3261331"/>
            <a:ext cx="2530393" cy="335338"/>
          </a:xfrm>
          <a:prstGeom prst="rect">
            <a:avLst/>
          </a:prstGeom>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cstate="screen"/>
          <a:srcRect b="-24"/>
          <a:stretch>
            <a:fillRect/>
          </a:stretch>
        </p:blipFill>
        <p:spPr>
          <a:xfrm>
            <a:off x="0" y="1673"/>
            <a:ext cx="12192000" cy="6856327"/>
          </a:xfrm>
          <a:prstGeom prst="rect">
            <a:avLst/>
          </a:prstGeom>
        </p:spPr>
      </p:pic>
      <p:sp>
        <p:nvSpPr>
          <p:cNvPr id="6" name="Rectangle 5"/>
          <p:cNvSpPr/>
          <p:nvPr userDrawn="1"/>
        </p:nvSpPr>
        <p:spPr>
          <a:xfrm>
            <a:off x="195943" y="6257109"/>
            <a:ext cx="339634" cy="3492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Azentio_Color palette">
    <p:spTree>
      <p:nvGrpSpPr>
        <p:cNvPr id="1" name=""/>
        <p:cNvGrpSpPr/>
        <p:nvPr/>
      </p:nvGrpSpPr>
      <p:grpSpPr>
        <a:xfrm>
          <a:off x="0" y="0"/>
          <a:ext cx="0" cy="0"/>
          <a:chOff x="0" y="0"/>
          <a:chExt cx="0" cy="0"/>
        </a:xfrm>
      </p:grpSpPr>
      <p:pic>
        <p:nvPicPr>
          <p:cNvPr id="5" name="Picture 4" descr="Chart&#10;&#10;Description automatically generated"/>
          <p:cNvPicPr>
            <a:picLocks noChangeAspect="1"/>
          </p:cNvPicPr>
          <p:nvPr userDrawn="1"/>
        </p:nvPicPr>
        <p:blipFill>
          <a:blip r:embed="rId2" cstate="screen"/>
          <a:stretch>
            <a:fillRect/>
          </a:stretch>
        </p:blipFill>
        <p:spPr>
          <a:xfrm>
            <a:off x="0" y="1581"/>
            <a:ext cx="12191999" cy="6854838"/>
          </a:xfrm>
          <a:prstGeom prst="rect">
            <a:avLst/>
          </a:prstGeom>
          <a:ln>
            <a:solidFill>
              <a:srgbClr val="666666"/>
            </a:solidFill>
          </a:ln>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8" Type="http://schemas.openxmlformats.org/officeDocument/2006/relationships/theme" Target="../theme/theme1.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365126"/>
            <a:ext cx="9810750" cy="661932"/>
          </a:xfrm>
          <a:prstGeom prst="rect">
            <a:avLst/>
          </a:prstGeom>
        </p:spPr>
        <p:txBody>
          <a:bodyPr vert="horz" lIns="91440" tIns="45720" rIns="91440" bIns="45720" rtlCol="0" anchor="b">
            <a:normAutofit/>
          </a:bodyPr>
          <a:lstStyle/>
          <a:p>
            <a:r>
              <a:rPr lang="en-US" smtClean="0"/>
              <a:t>Click to edit Master title style</a:t>
            </a:r>
            <a:endParaRPr lang="en-IN" dirty="0"/>
          </a:p>
        </p:txBody>
      </p:sp>
      <p:sp>
        <p:nvSpPr>
          <p:cNvPr id="3" name="Text Placeholder 2"/>
          <p:cNvSpPr>
            <a:spLocks noGrp="1"/>
          </p:cNvSpPr>
          <p:nvPr>
            <p:ph type="body" idx="1"/>
          </p:nvPr>
        </p:nvSpPr>
        <p:spPr>
          <a:xfrm>
            <a:off x="838199" y="1552665"/>
            <a:ext cx="10934221"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Lst>
  <p:hf hdr="0" ftr="0" dt="0"/>
  <p:txStyles>
    <p:titleStyle>
      <a:lvl1pPr algn="l" defTabSz="914400" rtl="0" eaLnBrk="1" latinLnBrk="0" hangingPunct="1">
        <a:lnSpc>
          <a:spcPct val="90000"/>
        </a:lnSpc>
        <a:spcBef>
          <a:spcPct val="0"/>
        </a:spcBef>
        <a:buNone/>
        <a:defRPr sz="2200" b="1" i="0" kern="1200" spc="200" baseline="0">
          <a:solidFill>
            <a:srgbClr val="003399"/>
          </a:solidFill>
          <a:latin typeface="Segoe UI" panose="020B0502040204020203" pitchFamily="34" charset="0"/>
          <a:ea typeface="Roboto" panose="02000000000000000000" pitchFamily="2" charset="0"/>
          <a:cs typeface="Segoe UI" panose="020B0502040204020203" pitchFamily="34" charset="0"/>
        </a:defRPr>
      </a:lvl1pPr>
    </p:titleStyle>
    <p:bodyStyle>
      <a:lvl1pPr marL="228600" indent="-228600" algn="l" defTabSz="914400" rtl="0" eaLnBrk="1" latinLnBrk="0" hangingPunct="1">
        <a:lnSpc>
          <a:spcPct val="90000"/>
        </a:lnSpc>
        <a:spcBef>
          <a:spcPts val="1000"/>
        </a:spcBef>
        <a:buClr>
          <a:srgbClr val="233E99"/>
        </a:buClr>
        <a:buSzPct val="80000"/>
        <a:buFont typeface="Wingdings" panose="05000000000000000000" pitchFamily="2" charset="2"/>
        <a:buChar char="§"/>
        <a:defRPr sz="1800" b="0" i="0" kern="1200">
          <a:solidFill>
            <a:schemeClr val="bg2">
              <a:lumMod val="10000"/>
            </a:schemeClr>
          </a:solidFill>
          <a:latin typeface="Segoe UI" panose="020B0502040204020203" pitchFamily="34" charset="0"/>
          <a:ea typeface="Roboto" panose="02000000000000000000" pitchFamily="2" charset="0"/>
          <a:cs typeface="Segoe UI" panose="020B0502040204020203" pitchFamily="34" charset="0"/>
        </a:defRPr>
      </a:lvl1pPr>
      <a:lvl2pPr marL="806450" indent="-349250" algn="l" defTabSz="914400" rtl="0" eaLnBrk="1" latinLnBrk="0" hangingPunct="1">
        <a:lnSpc>
          <a:spcPct val="90000"/>
        </a:lnSpc>
        <a:spcBef>
          <a:spcPts val="500"/>
        </a:spcBef>
        <a:buClr>
          <a:srgbClr val="233E99"/>
        </a:buClr>
        <a:buSzPct val="80000"/>
        <a:buFontTx/>
        <a:buChar char="—"/>
        <a:defRPr lang="en-GB" sz="1600" b="0" i="0" kern="1200" dirty="0">
          <a:solidFill>
            <a:schemeClr val="bg2">
              <a:lumMod val="10000"/>
            </a:schemeClr>
          </a:solidFill>
          <a:latin typeface="Segoe UI" panose="020B0502040204020203" pitchFamily="34" charset="0"/>
          <a:ea typeface="Roboto" panose="02000000000000000000" pitchFamily="2" charset="0"/>
          <a:cs typeface="Segoe UI" panose="020B0502040204020203" pitchFamily="34" charset="0"/>
        </a:defRPr>
      </a:lvl2pPr>
      <a:lvl3pPr marL="1143000" indent="-228600" algn="l" defTabSz="914400" rtl="0" eaLnBrk="1" latinLnBrk="0" hangingPunct="1">
        <a:lnSpc>
          <a:spcPct val="90000"/>
        </a:lnSpc>
        <a:spcBef>
          <a:spcPts val="500"/>
        </a:spcBef>
        <a:buClr>
          <a:srgbClr val="233E99"/>
        </a:buClr>
        <a:buSzPct val="80000"/>
        <a:buFont typeface="Segoe UI" panose="020B0502040204020203" pitchFamily="34" charset="0"/>
        <a:buChar char="ꟷ"/>
        <a:defRPr lang="en-GB" sz="1400" b="0" i="0" kern="1200" dirty="0">
          <a:solidFill>
            <a:schemeClr val="bg2">
              <a:lumMod val="10000"/>
            </a:schemeClr>
          </a:solidFill>
          <a:latin typeface="Segoe UI" panose="020B0502040204020203" pitchFamily="34" charset="0"/>
          <a:ea typeface="Roboto" panose="02000000000000000000" pitchFamily="2" charset="0"/>
          <a:cs typeface="Segoe UI" panose="020B0502040204020203" pitchFamily="34" charset="0"/>
        </a:defRPr>
      </a:lvl3pPr>
      <a:lvl4pPr marL="1600200" indent="-228600" algn="l" defTabSz="914400" rtl="0" eaLnBrk="1" latinLnBrk="0" hangingPunct="1">
        <a:lnSpc>
          <a:spcPct val="90000"/>
        </a:lnSpc>
        <a:spcBef>
          <a:spcPts val="500"/>
        </a:spcBef>
        <a:buClr>
          <a:srgbClr val="233E99"/>
        </a:buClr>
        <a:buSzPct val="80000"/>
        <a:buFont typeface="Segoe UI" panose="020B0502040204020203" pitchFamily="34" charset="0"/>
        <a:buChar char="ꟷ"/>
        <a:defRPr sz="1400" b="0" i="0" kern="1200">
          <a:solidFill>
            <a:schemeClr val="bg2">
              <a:lumMod val="10000"/>
            </a:schemeClr>
          </a:solidFill>
          <a:latin typeface="Segoe UI" panose="020B0502040204020203" pitchFamily="34" charset="0"/>
          <a:ea typeface="Roboto" panose="02000000000000000000" pitchFamily="2" charset="0"/>
          <a:cs typeface="Segoe UI" panose="020B0502040204020203" pitchFamily="34" charset="0"/>
        </a:defRPr>
      </a:lvl4pPr>
      <a:lvl5pPr marL="2057400" indent="-228600" algn="l" defTabSz="914400" rtl="0" eaLnBrk="1" latinLnBrk="0" hangingPunct="1">
        <a:lnSpc>
          <a:spcPct val="90000"/>
        </a:lnSpc>
        <a:spcBef>
          <a:spcPts val="500"/>
        </a:spcBef>
        <a:buClr>
          <a:srgbClr val="233E99"/>
        </a:buClr>
        <a:buSzPct val="80000"/>
        <a:buFont typeface="Segoe UI" panose="020B0502040204020203" pitchFamily="34" charset="0"/>
        <a:buChar char="ꟷ"/>
        <a:defRPr sz="1400" b="0" i="0" kern="1200">
          <a:solidFill>
            <a:schemeClr val="bg2">
              <a:lumMod val="10000"/>
            </a:schemeClr>
          </a:solidFill>
          <a:latin typeface="Segoe UI" panose="020B0502040204020203" pitchFamily="34" charset="0"/>
          <a:ea typeface="Roboto" panose="02000000000000000000" pitchFamily="2" charset="0"/>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9" Type="http://schemas.openxmlformats.org/officeDocument/2006/relationships/image" Target="../media/image18.png"/><Relationship Id="rId8" Type="http://schemas.openxmlformats.org/officeDocument/2006/relationships/image" Target="../media/image17.png"/><Relationship Id="rId7" Type="http://schemas.openxmlformats.org/officeDocument/2006/relationships/image" Target="../media/image16.png"/><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0" Type="http://schemas.openxmlformats.org/officeDocument/2006/relationships/slideLayout" Target="../slideLayouts/slideLayout9.xml"/><Relationship Id="rId1" Type="http://schemas.openxmlformats.org/officeDocument/2006/relationships/image" Target="../media/image10.png"/></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image" Target="../media/image21.png"/><Relationship Id="rId7" Type="http://schemas.openxmlformats.org/officeDocument/2006/relationships/image" Target="../media/image20.png"/><Relationship Id="rId6" Type="http://schemas.openxmlformats.org/officeDocument/2006/relationships/image" Target="../media/image19.png"/><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image" Target="../media/image23.png"/><Relationship Id="rId1" Type="http://schemas.openxmlformats.org/officeDocument/2006/relationships/image" Target="../media/image22.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9.xml"/><Relationship Id="rId3" Type="http://schemas.openxmlformats.org/officeDocument/2006/relationships/image" Target="../media/image25.png"/><Relationship Id="rId2" Type="http://schemas.openxmlformats.org/officeDocument/2006/relationships/image" Target="../media/image23.png"/><Relationship Id="rId1" Type="http://schemas.openxmlformats.org/officeDocument/2006/relationships/image" Target="../media/image24.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9.xml"/><Relationship Id="rId3" Type="http://schemas.openxmlformats.org/officeDocument/2006/relationships/image" Target="../media/image23.png"/><Relationship Id="rId2" Type="http://schemas.openxmlformats.org/officeDocument/2006/relationships/image" Target="../media/image27.png"/><Relationship Id="rId1" Type="http://schemas.openxmlformats.org/officeDocument/2006/relationships/image" Target="../media/image26.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9.xml"/><Relationship Id="rId3" Type="http://schemas.openxmlformats.org/officeDocument/2006/relationships/image" Target="../media/image29.png"/><Relationship Id="rId2" Type="http://schemas.openxmlformats.org/officeDocument/2006/relationships/image" Target="../media/image23.png"/><Relationship Id="rId1" Type="http://schemas.openxmlformats.org/officeDocument/2006/relationships/image" Target="../media/image28.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9.xml"/><Relationship Id="rId3" Type="http://schemas.openxmlformats.org/officeDocument/2006/relationships/image" Target="../media/image31.png"/><Relationship Id="rId2" Type="http://schemas.openxmlformats.org/officeDocument/2006/relationships/image" Target="../media/image23.png"/><Relationship Id="rId1" Type="http://schemas.openxmlformats.org/officeDocument/2006/relationships/image" Target="../media/image30.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9.xml"/><Relationship Id="rId3" Type="http://schemas.openxmlformats.org/officeDocument/2006/relationships/image" Target="../media/image33.png"/><Relationship Id="rId2" Type="http://schemas.openxmlformats.org/officeDocument/2006/relationships/image" Target="../media/image23.png"/><Relationship Id="rId1" Type="http://schemas.openxmlformats.org/officeDocument/2006/relationships/image" Target="../media/image32.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9.xml"/><Relationship Id="rId4" Type="http://schemas.openxmlformats.org/officeDocument/2006/relationships/image" Target="../media/image36.png"/><Relationship Id="rId3" Type="http://schemas.openxmlformats.org/officeDocument/2006/relationships/image" Target="../media/image35.png"/><Relationship Id="rId2" Type="http://schemas.openxmlformats.org/officeDocument/2006/relationships/image" Target="../media/image23.png"/><Relationship Id="rId1" Type="http://schemas.openxmlformats.org/officeDocument/2006/relationships/image" Target="../media/image3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err="1" smtClean="0"/>
              <a:t>Azentio</a:t>
            </a:r>
            <a:r>
              <a:rPr lang="en-US" dirty="0" smtClean="0"/>
              <a:t> Insurance Core Suite</a:t>
            </a:r>
            <a:endParaRPr lang="en-US" dirty="0"/>
          </a:p>
        </p:txBody>
      </p:sp>
      <p:sp>
        <p:nvSpPr>
          <p:cNvPr id="7" name="Subtitle 6"/>
          <p:cNvSpPr>
            <a:spLocks noGrp="1"/>
          </p:cNvSpPr>
          <p:nvPr>
            <p:ph type="subTitle" idx="1"/>
          </p:nvPr>
        </p:nvSpPr>
        <p:spPr/>
        <p:txBody>
          <a:bodyPr/>
          <a:lstStyle/>
          <a:p>
            <a:r>
              <a:rPr lang="en-US" dirty="0" smtClean="0"/>
              <a:t>RI Integration</a:t>
            </a:r>
            <a:endParaRPr lang="en-US" dirty="0"/>
          </a:p>
        </p:txBody>
      </p:sp>
      <p:sp>
        <p:nvSpPr>
          <p:cNvPr id="9" name="Text Placeholder 8"/>
          <p:cNvSpPr>
            <a:spLocks noGrp="1"/>
          </p:cNvSpPr>
          <p:nvPr>
            <p:ph type="body" sz="quarter" idx="13"/>
          </p:nvPr>
        </p:nvSpPr>
        <p:spPr/>
        <p:txBody>
          <a:bodyPr/>
          <a:lstStyle/>
          <a:p>
            <a:r>
              <a:rPr lang="en-US" dirty="0" smtClean="0"/>
              <a:t>02-02-2022</a:t>
            </a:r>
            <a:endParaRPr lang="en-US" dirty="0"/>
          </a:p>
        </p:txBody>
      </p:sp>
      <p:pic>
        <p:nvPicPr>
          <p:cNvPr id="6" name="Picture 5"/>
          <p:cNvPicPr>
            <a:picLocks noChangeAspect="1"/>
          </p:cNvPicPr>
          <p:nvPr/>
        </p:nvPicPr>
        <p:blipFill>
          <a:blip r:embed="rId1" cstate="print"/>
          <a:stretch>
            <a:fillRect/>
          </a:stretch>
        </p:blipFill>
        <p:spPr>
          <a:xfrm>
            <a:off x="609600" y="1052419"/>
            <a:ext cx="2629435" cy="348465"/>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27165" y="149619"/>
            <a:ext cx="6038683" cy="382289"/>
          </a:xfrm>
        </p:spPr>
        <p:txBody>
          <a:bodyPr>
            <a:normAutofit fontScale="90000"/>
          </a:bodyPr>
          <a:lstStyle/>
          <a:p>
            <a:r>
              <a:rPr lang="en-US" dirty="0" smtClean="0"/>
              <a:t>Astra – RI Module Integration</a:t>
            </a:r>
            <a:endParaRPr lang="en-US" dirty="0"/>
          </a:p>
        </p:txBody>
      </p:sp>
      <p:pic>
        <p:nvPicPr>
          <p:cNvPr id="21" name="Picture 20"/>
          <p:cNvPicPr>
            <a:picLocks noChangeAspect="1"/>
          </p:cNvPicPr>
          <p:nvPr/>
        </p:nvPicPr>
        <p:blipFill rotWithShape="1">
          <a:blip r:embed="rId1"/>
          <a:srcRect l="3665" r="16859"/>
          <a:stretch>
            <a:fillRect/>
          </a:stretch>
        </p:blipFill>
        <p:spPr>
          <a:xfrm>
            <a:off x="833717" y="844083"/>
            <a:ext cx="10340789" cy="5438775"/>
          </a:xfrm>
          <a:prstGeom prst="rect">
            <a:avLst/>
          </a:prstGeom>
        </p:spPr>
      </p:pic>
      <p:grpSp>
        <p:nvGrpSpPr>
          <p:cNvPr id="3" name="Group 2"/>
          <p:cNvGrpSpPr/>
          <p:nvPr/>
        </p:nvGrpSpPr>
        <p:grpSpPr>
          <a:xfrm>
            <a:off x="3279509" y="1086145"/>
            <a:ext cx="5139706" cy="4787174"/>
            <a:chOff x="3279509" y="1086145"/>
            <a:chExt cx="5139706" cy="4787174"/>
          </a:xfrm>
        </p:grpSpPr>
        <p:sp>
          <p:nvSpPr>
            <p:cNvPr id="22" name="TextBox 21"/>
            <p:cNvSpPr txBox="1"/>
            <p:nvPr/>
          </p:nvSpPr>
          <p:spPr>
            <a:xfrm>
              <a:off x="5330914" y="3207585"/>
              <a:ext cx="1346394" cy="369332"/>
            </a:xfrm>
            <a:prstGeom prst="rect">
              <a:avLst/>
            </a:prstGeom>
            <a:noFill/>
          </p:spPr>
          <p:txBody>
            <a:bodyPr wrap="none" rtlCol="0">
              <a:spAutoFit/>
            </a:bodyPr>
            <a:lstStyle/>
            <a:p>
              <a:r>
                <a:rPr lang="en-US" b="1" dirty="0" smtClean="0"/>
                <a:t>Reinsurance</a:t>
              </a:r>
              <a:endParaRPr lang="en-IN" b="1" dirty="0"/>
            </a:p>
          </p:txBody>
        </p:sp>
        <p:sp>
          <p:nvSpPr>
            <p:cNvPr id="24" name="TextBox 23"/>
            <p:cNvSpPr txBox="1"/>
            <p:nvPr/>
          </p:nvSpPr>
          <p:spPr>
            <a:xfrm>
              <a:off x="6265848" y="1086145"/>
              <a:ext cx="917944" cy="307777"/>
            </a:xfrm>
            <a:prstGeom prst="rect">
              <a:avLst/>
            </a:prstGeom>
            <a:noFill/>
          </p:spPr>
          <p:txBody>
            <a:bodyPr wrap="none" rtlCol="0">
              <a:spAutoFit/>
            </a:bodyPr>
            <a:lstStyle/>
            <a:p>
              <a:r>
                <a:rPr lang="en-US" sz="1400" b="1" dirty="0" smtClean="0">
                  <a:solidFill>
                    <a:srgbClr val="ED8A09"/>
                  </a:solidFill>
                </a:rPr>
                <a:t>Workflow</a:t>
              </a:r>
              <a:endParaRPr lang="en-IN" sz="1400" b="1" dirty="0">
                <a:solidFill>
                  <a:srgbClr val="ED8A09"/>
                </a:solidFill>
              </a:endParaRPr>
            </a:p>
          </p:txBody>
        </p:sp>
        <p:sp>
          <p:nvSpPr>
            <p:cNvPr id="26" name="TextBox 25"/>
            <p:cNvSpPr txBox="1"/>
            <p:nvPr/>
          </p:nvSpPr>
          <p:spPr>
            <a:xfrm>
              <a:off x="7399476" y="2129118"/>
              <a:ext cx="899605" cy="523220"/>
            </a:xfrm>
            <a:prstGeom prst="rect">
              <a:avLst/>
            </a:prstGeom>
            <a:noFill/>
          </p:spPr>
          <p:txBody>
            <a:bodyPr wrap="none" rtlCol="0">
              <a:spAutoFit/>
            </a:bodyPr>
            <a:lstStyle/>
            <a:p>
              <a:pPr algn="ctr"/>
              <a:r>
                <a:rPr lang="en-US" sz="1400" b="1" dirty="0" smtClean="0">
                  <a:solidFill>
                    <a:srgbClr val="6CBA55"/>
                  </a:solidFill>
                </a:rPr>
                <a:t>Common </a:t>
              </a:r>
              <a:endParaRPr lang="en-US" sz="1400" b="1" dirty="0" smtClean="0">
                <a:solidFill>
                  <a:srgbClr val="6CBA55"/>
                </a:solidFill>
              </a:endParaRPr>
            </a:p>
            <a:p>
              <a:pPr algn="ctr"/>
              <a:r>
                <a:rPr lang="en-US" sz="1400" b="1" dirty="0" smtClean="0">
                  <a:solidFill>
                    <a:srgbClr val="6CBA55"/>
                  </a:solidFill>
                </a:rPr>
                <a:t>Master</a:t>
              </a:r>
              <a:endParaRPr lang="en-IN" sz="1400" b="1" dirty="0">
                <a:solidFill>
                  <a:srgbClr val="6CBA55"/>
                </a:solidFill>
              </a:endParaRPr>
            </a:p>
          </p:txBody>
        </p:sp>
        <p:sp>
          <p:nvSpPr>
            <p:cNvPr id="29" name="TextBox 28"/>
            <p:cNvSpPr txBox="1"/>
            <p:nvPr/>
          </p:nvSpPr>
          <p:spPr>
            <a:xfrm>
              <a:off x="7298395" y="3661699"/>
              <a:ext cx="1120820" cy="707886"/>
            </a:xfrm>
            <a:prstGeom prst="rect">
              <a:avLst/>
            </a:prstGeom>
            <a:noFill/>
          </p:spPr>
          <p:txBody>
            <a:bodyPr wrap="none" rtlCol="0">
              <a:spAutoFit/>
            </a:bodyPr>
            <a:lstStyle/>
            <a:p>
              <a:pPr algn="ctr"/>
              <a:r>
                <a:rPr lang="en-US" sz="1400" b="1" dirty="0" smtClean="0">
                  <a:solidFill>
                    <a:srgbClr val="00A698"/>
                  </a:solidFill>
                </a:rPr>
                <a:t>Other </a:t>
              </a:r>
              <a:endParaRPr lang="en-US" sz="1400" b="1" dirty="0" smtClean="0">
                <a:solidFill>
                  <a:srgbClr val="00A698"/>
                </a:solidFill>
              </a:endParaRPr>
            </a:p>
            <a:p>
              <a:pPr algn="ctr"/>
              <a:r>
                <a:rPr lang="en-US" sz="1400" b="1" dirty="0" smtClean="0">
                  <a:solidFill>
                    <a:srgbClr val="00A698"/>
                  </a:solidFill>
                </a:rPr>
                <a:t>Modules</a:t>
              </a:r>
              <a:endParaRPr lang="en-US" sz="1400" b="1" dirty="0" smtClean="0">
                <a:solidFill>
                  <a:srgbClr val="00A698"/>
                </a:solidFill>
              </a:endParaRPr>
            </a:p>
            <a:p>
              <a:pPr algn="ctr"/>
              <a:r>
                <a:rPr lang="en-US" sz="1200" b="1" dirty="0" smtClean="0">
                  <a:solidFill>
                    <a:srgbClr val="00A698"/>
                  </a:solidFill>
                </a:rPr>
                <a:t>(UW &amp; Claims)</a:t>
              </a:r>
              <a:endParaRPr lang="en-IN" sz="1600" b="1" dirty="0">
                <a:solidFill>
                  <a:srgbClr val="00A698"/>
                </a:solidFill>
              </a:endParaRPr>
            </a:p>
          </p:txBody>
        </p:sp>
        <p:sp>
          <p:nvSpPr>
            <p:cNvPr id="32" name="Rectangle 31"/>
            <p:cNvSpPr/>
            <p:nvPr/>
          </p:nvSpPr>
          <p:spPr>
            <a:xfrm>
              <a:off x="6103064" y="4784861"/>
              <a:ext cx="1243513" cy="769441"/>
            </a:xfrm>
            <a:prstGeom prst="rect">
              <a:avLst/>
            </a:prstGeom>
          </p:spPr>
          <p:txBody>
            <a:bodyPr wrap="square">
              <a:spAutoFit/>
            </a:bodyPr>
            <a:lstStyle/>
            <a:p>
              <a:pPr lvl="0" algn="ctr">
                <a:defRPr/>
              </a:pPr>
              <a:r>
                <a:rPr lang="en-US" sz="1400" b="1" dirty="0">
                  <a:solidFill>
                    <a:srgbClr val="4299C6"/>
                  </a:solidFill>
                </a:rPr>
                <a:t>Billing </a:t>
              </a:r>
              <a:endParaRPr lang="en-US" sz="1400" b="1" dirty="0">
                <a:solidFill>
                  <a:srgbClr val="4299C6"/>
                </a:solidFill>
              </a:endParaRPr>
            </a:p>
            <a:p>
              <a:pPr lvl="0" algn="ctr">
                <a:defRPr/>
              </a:pPr>
              <a:r>
                <a:rPr lang="en-US" sz="1000" b="1" dirty="0">
                  <a:solidFill>
                    <a:srgbClr val="4299C6"/>
                  </a:solidFill>
                </a:rPr>
                <a:t>(</a:t>
              </a:r>
              <a:r>
                <a:rPr lang="en-US" sz="1000" b="1" dirty="0" err="1" smtClean="0">
                  <a:solidFill>
                    <a:srgbClr val="4299C6"/>
                  </a:solidFill>
                </a:rPr>
                <a:t>Acnt</a:t>
              </a:r>
              <a:r>
                <a:rPr lang="en-US" sz="1000" b="1" dirty="0" smtClean="0">
                  <a:solidFill>
                    <a:srgbClr val="4299C6"/>
                  </a:solidFill>
                </a:rPr>
                <a:t>. posting</a:t>
              </a:r>
              <a:r>
                <a:rPr lang="en-US" sz="1000" b="1" dirty="0">
                  <a:solidFill>
                    <a:srgbClr val="4299C6"/>
                  </a:solidFill>
                </a:rPr>
                <a:t>, Instalment details as per bill </a:t>
              </a:r>
              <a:r>
                <a:rPr lang="en-US" sz="1000" b="1" dirty="0" smtClean="0">
                  <a:solidFill>
                    <a:srgbClr val="4299C6"/>
                  </a:solidFill>
                </a:rPr>
                <a:t>plan)</a:t>
              </a:r>
              <a:endParaRPr lang="en-US" sz="1000" b="1" dirty="0">
                <a:solidFill>
                  <a:srgbClr val="4299C6"/>
                </a:solidFill>
              </a:endParaRPr>
            </a:p>
          </p:txBody>
        </p:sp>
        <p:sp>
          <p:nvSpPr>
            <p:cNvPr id="34" name="TextBox 33"/>
            <p:cNvSpPr txBox="1"/>
            <p:nvPr/>
          </p:nvSpPr>
          <p:spPr>
            <a:xfrm>
              <a:off x="4781606" y="4811900"/>
              <a:ext cx="684803" cy="523220"/>
            </a:xfrm>
            <a:prstGeom prst="rect">
              <a:avLst/>
            </a:prstGeom>
            <a:noFill/>
          </p:spPr>
          <p:txBody>
            <a:bodyPr wrap="none" rtlCol="0">
              <a:spAutoFit/>
            </a:bodyPr>
            <a:lstStyle/>
            <a:p>
              <a:pPr algn="ctr"/>
              <a:r>
                <a:rPr lang="en-US" sz="1400" b="1" dirty="0" smtClean="0">
                  <a:solidFill>
                    <a:srgbClr val="853880"/>
                  </a:solidFill>
                </a:rPr>
                <a:t>Rules </a:t>
              </a:r>
              <a:endParaRPr lang="en-US" sz="1400" b="1" dirty="0" smtClean="0">
                <a:solidFill>
                  <a:srgbClr val="853880"/>
                </a:solidFill>
              </a:endParaRPr>
            </a:p>
            <a:p>
              <a:pPr algn="ctr"/>
              <a:r>
                <a:rPr lang="en-US" sz="1400" b="1" dirty="0" smtClean="0">
                  <a:solidFill>
                    <a:srgbClr val="853880"/>
                  </a:solidFill>
                </a:rPr>
                <a:t>Engine</a:t>
              </a:r>
              <a:endParaRPr lang="en-IN" sz="1400" b="1" dirty="0">
                <a:solidFill>
                  <a:srgbClr val="853880"/>
                </a:solidFill>
              </a:endParaRPr>
            </a:p>
          </p:txBody>
        </p:sp>
        <p:sp>
          <p:nvSpPr>
            <p:cNvPr id="35" name="TextBox 34"/>
            <p:cNvSpPr txBox="1"/>
            <p:nvPr/>
          </p:nvSpPr>
          <p:spPr>
            <a:xfrm>
              <a:off x="3368754" y="3773374"/>
              <a:ext cx="1295373" cy="584775"/>
            </a:xfrm>
            <a:prstGeom prst="rect">
              <a:avLst/>
            </a:prstGeom>
            <a:noFill/>
          </p:spPr>
          <p:txBody>
            <a:bodyPr wrap="square" rtlCol="0">
              <a:spAutoFit/>
            </a:bodyPr>
            <a:lstStyle/>
            <a:p>
              <a:pPr lvl="0" algn="ctr">
                <a:defRPr/>
              </a:pPr>
              <a:r>
                <a:rPr lang="en-US" sz="1400" b="1" dirty="0">
                  <a:solidFill>
                    <a:srgbClr val="BD0044"/>
                  </a:solidFill>
                </a:rPr>
                <a:t>Scheduler </a:t>
              </a:r>
              <a:endParaRPr lang="en-US" sz="1400" b="1" dirty="0">
                <a:solidFill>
                  <a:srgbClr val="BD0044"/>
                </a:solidFill>
              </a:endParaRPr>
            </a:p>
            <a:p>
              <a:pPr lvl="0" algn="ctr">
                <a:defRPr/>
              </a:pPr>
              <a:r>
                <a:rPr lang="en-US" sz="900" b="1" dirty="0">
                  <a:solidFill>
                    <a:srgbClr val="BD0044"/>
                  </a:solidFill>
                </a:rPr>
                <a:t>(Fleet </a:t>
              </a:r>
              <a:r>
                <a:rPr lang="en-US" sz="900" b="1" dirty="0" smtClean="0">
                  <a:solidFill>
                    <a:srgbClr val="BD0044"/>
                  </a:solidFill>
                </a:rPr>
                <a:t>policy allocation</a:t>
              </a:r>
              <a:r>
                <a:rPr lang="en-US" sz="900" b="1" dirty="0">
                  <a:solidFill>
                    <a:srgbClr val="BD0044"/>
                  </a:solidFill>
                </a:rPr>
                <a:t>, </a:t>
              </a:r>
              <a:r>
                <a:rPr lang="en-US" sz="900" b="1" dirty="0" smtClean="0">
                  <a:solidFill>
                    <a:srgbClr val="BD0044"/>
                  </a:solidFill>
                </a:rPr>
                <a:t>BI </a:t>
              </a:r>
              <a:r>
                <a:rPr lang="en-US" sz="900" b="1" dirty="0">
                  <a:solidFill>
                    <a:srgbClr val="BD0044"/>
                  </a:solidFill>
                </a:rPr>
                <a:t>data </a:t>
              </a:r>
              <a:r>
                <a:rPr lang="en-US" sz="900" b="1" dirty="0" smtClean="0">
                  <a:solidFill>
                    <a:srgbClr val="BD0044"/>
                  </a:solidFill>
                </a:rPr>
                <a:t>update)</a:t>
              </a:r>
              <a:endParaRPr lang="en-US" sz="900" b="1" dirty="0">
                <a:solidFill>
                  <a:srgbClr val="BD0044"/>
                </a:solidFill>
              </a:endParaRPr>
            </a:p>
          </p:txBody>
        </p:sp>
        <p:sp>
          <p:nvSpPr>
            <p:cNvPr id="36" name="Rectangle 35"/>
            <p:cNvSpPr/>
            <p:nvPr/>
          </p:nvSpPr>
          <p:spPr>
            <a:xfrm>
              <a:off x="3279509" y="2121350"/>
              <a:ext cx="1461755" cy="615553"/>
            </a:xfrm>
            <a:prstGeom prst="rect">
              <a:avLst/>
            </a:prstGeom>
          </p:spPr>
          <p:txBody>
            <a:bodyPr wrap="square">
              <a:spAutoFit/>
            </a:bodyPr>
            <a:lstStyle/>
            <a:p>
              <a:pPr lvl="0" algn="ctr">
                <a:defRPr/>
              </a:pPr>
              <a:r>
                <a:rPr lang="en-US" sz="1400" b="1" dirty="0">
                  <a:solidFill>
                    <a:srgbClr val="7F7F7F"/>
                  </a:solidFill>
                  <a:latin typeface="Segoe UI" panose="020B0502040204020203" pitchFamily="34" charset="0"/>
                  <a:ea typeface="Roboto Light" charset="0"/>
                  <a:cs typeface="Segoe UI" panose="020B0502040204020203" pitchFamily="34" charset="0"/>
                </a:rPr>
                <a:t>DMS</a:t>
              </a:r>
              <a:endParaRPr lang="en-US" sz="1400" b="1" dirty="0">
                <a:solidFill>
                  <a:srgbClr val="7F7F7F"/>
                </a:solidFill>
                <a:latin typeface="Segoe UI" panose="020B0502040204020203" pitchFamily="34" charset="0"/>
                <a:ea typeface="Roboto Light" charset="0"/>
                <a:cs typeface="Segoe UI" panose="020B0502040204020203" pitchFamily="34" charset="0"/>
              </a:endParaRPr>
            </a:p>
            <a:p>
              <a:pPr lvl="0" algn="ctr">
                <a:defRPr/>
              </a:pPr>
              <a:r>
                <a:rPr lang="en-US" sz="1000" b="1" dirty="0">
                  <a:solidFill>
                    <a:srgbClr val="7F7F7F"/>
                  </a:solidFill>
                  <a:latin typeface="Segoe UI" panose="020B0502040204020203" pitchFamily="34" charset="0"/>
                  <a:ea typeface="Roboto Light" charset="0"/>
                  <a:cs typeface="Segoe UI" panose="020B0502040204020203" pitchFamily="34" charset="0"/>
                </a:rPr>
                <a:t>(RI Docs </a:t>
              </a:r>
              <a:r>
                <a:rPr lang="en-US" sz="1000" b="1" dirty="0" smtClean="0">
                  <a:solidFill>
                    <a:srgbClr val="7F7F7F"/>
                  </a:solidFill>
                  <a:latin typeface="Segoe UI" panose="020B0502040204020203" pitchFamily="34" charset="0"/>
                  <a:ea typeface="Roboto Light" charset="0"/>
                  <a:cs typeface="Segoe UI" panose="020B0502040204020203" pitchFamily="34" charset="0"/>
                </a:rPr>
                <a:t>&amp; Other </a:t>
              </a:r>
              <a:endParaRPr lang="en-US" sz="1000" b="1" dirty="0" smtClean="0">
                <a:solidFill>
                  <a:srgbClr val="7F7F7F"/>
                </a:solidFill>
                <a:latin typeface="Segoe UI" panose="020B0502040204020203" pitchFamily="34" charset="0"/>
                <a:ea typeface="Roboto Light" charset="0"/>
                <a:cs typeface="Segoe UI" panose="020B0502040204020203" pitchFamily="34" charset="0"/>
              </a:endParaRPr>
            </a:p>
            <a:p>
              <a:pPr lvl="0" algn="ctr">
                <a:defRPr/>
              </a:pPr>
              <a:r>
                <a:rPr lang="en-US" sz="1000" b="1" dirty="0" smtClean="0">
                  <a:solidFill>
                    <a:srgbClr val="7F7F7F"/>
                  </a:solidFill>
                  <a:latin typeface="Segoe UI" panose="020B0502040204020203" pitchFamily="34" charset="0"/>
                  <a:ea typeface="Roboto Light" charset="0"/>
                  <a:cs typeface="Segoe UI" panose="020B0502040204020203" pitchFamily="34" charset="0"/>
                </a:rPr>
                <a:t>Docs Lookup</a:t>
              </a:r>
              <a:r>
                <a:rPr lang="en-US" sz="1000" b="1" dirty="0">
                  <a:solidFill>
                    <a:srgbClr val="7F7F7F"/>
                  </a:solidFill>
                  <a:latin typeface="Segoe UI" panose="020B0502040204020203" pitchFamily="34" charset="0"/>
                  <a:ea typeface="Roboto Light" charset="0"/>
                  <a:cs typeface="Segoe UI" panose="020B0502040204020203" pitchFamily="34" charset="0"/>
                </a:rPr>
                <a:t>)</a:t>
              </a:r>
              <a:endParaRPr lang="en-US" sz="1000" b="1" dirty="0">
                <a:solidFill>
                  <a:srgbClr val="7F7F7F"/>
                </a:solidFill>
                <a:latin typeface="Segoe UI" panose="020B0502040204020203" pitchFamily="34" charset="0"/>
                <a:ea typeface="Roboto Light" charset="0"/>
                <a:cs typeface="Segoe UI" panose="020B0502040204020203" pitchFamily="34" charset="0"/>
              </a:endParaRPr>
            </a:p>
          </p:txBody>
        </p:sp>
        <p:sp>
          <p:nvSpPr>
            <p:cNvPr id="37" name="Rectangle 36"/>
            <p:cNvSpPr/>
            <p:nvPr/>
          </p:nvSpPr>
          <p:spPr>
            <a:xfrm>
              <a:off x="4691021" y="1129095"/>
              <a:ext cx="840999" cy="307777"/>
            </a:xfrm>
            <a:prstGeom prst="rect">
              <a:avLst/>
            </a:prstGeom>
          </p:spPr>
          <p:txBody>
            <a:bodyPr wrap="none">
              <a:spAutoFit/>
            </a:bodyPr>
            <a:lstStyle/>
            <a:p>
              <a:pPr lvl="0" algn="ctr">
                <a:defRPr/>
              </a:pPr>
              <a:r>
                <a:rPr lang="en-US" sz="1400" b="1" dirty="0">
                  <a:solidFill>
                    <a:srgbClr val="F40100"/>
                  </a:solidFill>
                  <a:latin typeface="Segoe UI" panose="020B0502040204020203" pitchFamily="34" charset="0"/>
                  <a:ea typeface="Roboto Light" charset="0"/>
                  <a:cs typeface="Segoe UI" panose="020B0502040204020203" pitchFamily="34" charset="0"/>
                </a:rPr>
                <a:t>Reports</a:t>
              </a:r>
              <a:endParaRPr lang="en-US" sz="1400" b="1" dirty="0">
                <a:solidFill>
                  <a:srgbClr val="F40100"/>
                </a:solidFill>
                <a:latin typeface="Segoe UI" panose="020B0502040204020203" pitchFamily="34" charset="0"/>
                <a:ea typeface="Roboto Light" charset="0"/>
                <a:cs typeface="Segoe UI" panose="020B0502040204020203" pitchFamily="34" charset="0"/>
              </a:endParaRPr>
            </a:p>
          </p:txBody>
        </p:sp>
        <p:pic>
          <p:nvPicPr>
            <p:cNvPr id="40" name="Picture 39"/>
            <p:cNvPicPr>
              <a:picLocks noChangeAspect="1"/>
            </p:cNvPicPr>
            <p:nvPr/>
          </p:nvPicPr>
          <p:blipFill>
            <a:blip r:embed="rId2"/>
            <a:stretch>
              <a:fillRect/>
            </a:stretch>
          </p:blipFill>
          <p:spPr>
            <a:xfrm>
              <a:off x="4951815" y="1464151"/>
              <a:ext cx="379099" cy="478639"/>
            </a:xfrm>
            <a:prstGeom prst="rect">
              <a:avLst/>
            </a:prstGeom>
          </p:spPr>
        </p:pic>
        <p:pic>
          <p:nvPicPr>
            <p:cNvPr id="42" name="Picture 41"/>
            <p:cNvPicPr>
              <a:picLocks noChangeAspect="1"/>
            </p:cNvPicPr>
            <p:nvPr/>
          </p:nvPicPr>
          <p:blipFill>
            <a:blip r:embed="rId3"/>
            <a:stretch>
              <a:fillRect/>
            </a:stretch>
          </p:blipFill>
          <p:spPr>
            <a:xfrm>
              <a:off x="6391881" y="1356046"/>
              <a:ext cx="570854" cy="575314"/>
            </a:xfrm>
            <a:prstGeom prst="rect">
              <a:avLst/>
            </a:prstGeom>
          </p:spPr>
        </p:pic>
        <p:pic>
          <p:nvPicPr>
            <p:cNvPr id="43" name="Picture 42"/>
            <p:cNvPicPr>
              <a:picLocks noChangeAspect="1"/>
            </p:cNvPicPr>
            <p:nvPr/>
          </p:nvPicPr>
          <p:blipFill>
            <a:blip r:embed="rId4"/>
            <a:stretch>
              <a:fillRect/>
            </a:stretch>
          </p:blipFill>
          <p:spPr>
            <a:xfrm>
              <a:off x="7587989" y="2606528"/>
              <a:ext cx="487844" cy="487844"/>
            </a:xfrm>
            <a:prstGeom prst="rect">
              <a:avLst/>
            </a:prstGeom>
          </p:spPr>
        </p:pic>
        <p:pic>
          <p:nvPicPr>
            <p:cNvPr id="45" name="Picture 44"/>
            <p:cNvPicPr>
              <a:picLocks noChangeAspect="1"/>
            </p:cNvPicPr>
            <p:nvPr/>
          </p:nvPicPr>
          <p:blipFill>
            <a:blip r:embed="rId5">
              <a:duotone>
                <a:schemeClr val="accent5">
                  <a:shade val="45000"/>
                  <a:satMod val="135000"/>
                </a:schemeClr>
                <a:prstClr val="white"/>
              </a:duotone>
            </a:blip>
            <a:stretch>
              <a:fillRect/>
            </a:stretch>
          </p:blipFill>
          <p:spPr>
            <a:xfrm>
              <a:off x="7655592" y="4329214"/>
              <a:ext cx="387372" cy="373413"/>
            </a:xfrm>
            <a:prstGeom prst="rect">
              <a:avLst/>
            </a:prstGeom>
          </p:spPr>
        </p:pic>
        <p:pic>
          <p:nvPicPr>
            <p:cNvPr id="47" name="Picture 46"/>
            <p:cNvPicPr>
              <a:picLocks noChangeAspect="1"/>
            </p:cNvPicPr>
            <p:nvPr/>
          </p:nvPicPr>
          <p:blipFill>
            <a:blip r:embed="rId6"/>
            <a:stretch>
              <a:fillRect/>
            </a:stretch>
          </p:blipFill>
          <p:spPr>
            <a:xfrm>
              <a:off x="6548717" y="5486196"/>
              <a:ext cx="387123" cy="387123"/>
            </a:xfrm>
            <a:prstGeom prst="ellipse">
              <a:avLst/>
            </a:prstGeom>
          </p:spPr>
        </p:pic>
        <p:pic>
          <p:nvPicPr>
            <p:cNvPr id="48" name="Picture 47"/>
            <p:cNvPicPr>
              <a:picLocks noChangeAspect="1"/>
            </p:cNvPicPr>
            <p:nvPr/>
          </p:nvPicPr>
          <p:blipFill>
            <a:blip r:embed="rId7"/>
            <a:stretch>
              <a:fillRect/>
            </a:stretch>
          </p:blipFill>
          <p:spPr>
            <a:xfrm>
              <a:off x="4837012" y="5317818"/>
              <a:ext cx="493902" cy="493902"/>
            </a:xfrm>
            <a:prstGeom prst="rect">
              <a:avLst/>
            </a:prstGeom>
          </p:spPr>
        </p:pic>
        <p:pic>
          <p:nvPicPr>
            <p:cNvPr id="50" name="Picture 49"/>
            <p:cNvPicPr>
              <a:picLocks noChangeAspect="1"/>
            </p:cNvPicPr>
            <p:nvPr/>
          </p:nvPicPr>
          <p:blipFill>
            <a:blip r:embed="rId8"/>
            <a:stretch>
              <a:fillRect/>
            </a:stretch>
          </p:blipFill>
          <p:spPr>
            <a:xfrm>
              <a:off x="3776584" y="4327692"/>
              <a:ext cx="425924" cy="415276"/>
            </a:xfrm>
            <a:prstGeom prst="ellipse">
              <a:avLst/>
            </a:prstGeom>
          </p:spPr>
        </p:pic>
        <p:pic>
          <p:nvPicPr>
            <p:cNvPr id="51" name="Picture 50"/>
            <p:cNvPicPr>
              <a:picLocks noChangeAspect="1"/>
            </p:cNvPicPr>
            <p:nvPr/>
          </p:nvPicPr>
          <p:blipFill>
            <a:blip r:embed="rId9"/>
            <a:stretch>
              <a:fillRect/>
            </a:stretch>
          </p:blipFill>
          <p:spPr>
            <a:xfrm>
              <a:off x="3763137" y="2646869"/>
              <a:ext cx="465998" cy="489169"/>
            </a:xfrm>
            <a:prstGeom prst="ellipse">
              <a:avLst/>
            </a:prstGeom>
          </p:spPr>
        </p:pic>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67428" y="110233"/>
            <a:ext cx="6038683" cy="382289"/>
          </a:xfrm>
        </p:spPr>
        <p:txBody>
          <a:bodyPr>
            <a:normAutofit fontScale="90000"/>
          </a:bodyPr>
          <a:lstStyle/>
          <a:p>
            <a:r>
              <a:rPr lang="en-US" dirty="0" smtClean="0"/>
              <a:t>Data needed from other modules</a:t>
            </a:r>
            <a:endParaRPr lang="en-US" dirty="0"/>
          </a:p>
        </p:txBody>
      </p:sp>
      <p:graphicFrame>
        <p:nvGraphicFramePr>
          <p:cNvPr id="11" name="Diagram 10"/>
          <p:cNvGraphicFramePr/>
          <p:nvPr/>
        </p:nvGraphicFramePr>
        <p:xfrm>
          <a:off x="2031999" y="524435"/>
          <a:ext cx="8497047" cy="5903259"/>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pic>
        <p:nvPicPr>
          <p:cNvPr id="12" name="Picture 11"/>
          <p:cNvPicPr>
            <a:picLocks noChangeAspect="1"/>
          </p:cNvPicPr>
          <p:nvPr/>
        </p:nvPicPr>
        <p:blipFill>
          <a:blip r:embed="rId6"/>
          <a:stretch>
            <a:fillRect/>
          </a:stretch>
        </p:blipFill>
        <p:spPr>
          <a:xfrm>
            <a:off x="2124634" y="737907"/>
            <a:ext cx="680197" cy="642408"/>
          </a:xfrm>
          <a:prstGeom prst="ellipse">
            <a:avLst/>
          </a:prstGeom>
        </p:spPr>
      </p:pic>
      <p:pic>
        <p:nvPicPr>
          <p:cNvPr id="13" name="Picture 12"/>
          <p:cNvPicPr>
            <a:picLocks noChangeAspect="1"/>
          </p:cNvPicPr>
          <p:nvPr/>
        </p:nvPicPr>
        <p:blipFill>
          <a:blip r:embed="rId7"/>
          <a:stretch>
            <a:fillRect/>
          </a:stretch>
        </p:blipFill>
        <p:spPr>
          <a:xfrm>
            <a:off x="4921624" y="696317"/>
            <a:ext cx="649100" cy="683998"/>
          </a:xfrm>
          <a:prstGeom prst="ellipse">
            <a:avLst/>
          </a:prstGeom>
        </p:spPr>
      </p:pic>
      <p:pic>
        <p:nvPicPr>
          <p:cNvPr id="14" name="Picture 13"/>
          <p:cNvPicPr>
            <a:picLocks noChangeAspect="1"/>
          </p:cNvPicPr>
          <p:nvPr/>
        </p:nvPicPr>
        <p:blipFill>
          <a:blip r:embed="rId8"/>
          <a:stretch>
            <a:fillRect/>
          </a:stretch>
        </p:blipFill>
        <p:spPr>
          <a:xfrm>
            <a:off x="7785846" y="768574"/>
            <a:ext cx="685519" cy="611741"/>
          </a:xfrm>
          <a:prstGeom prst="ellipse">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Group 31"/>
          <p:cNvGrpSpPr/>
          <p:nvPr/>
        </p:nvGrpSpPr>
        <p:grpSpPr>
          <a:xfrm>
            <a:off x="49306" y="345702"/>
            <a:ext cx="12088906" cy="6241547"/>
            <a:chOff x="49306" y="345702"/>
            <a:chExt cx="12088906" cy="6241547"/>
          </a:xfrm>
        </p:grpSpPr>
        <p:pic>
          <p:nvPicPr>
            <p:cNvPr id="4" name="Picture 3"/>
            <p:cNvPicPr>
              <a:picLocks noChangeAspect="1"/>
            </p:cNvPicPr>
            <p:nvPr/>
          </p:nvPicPr>
          <p:blipFill rotWithShape="1">
            <a:blip r:embed="rId1"/>
            <a:srcRect l="3459" r="3630"/>
            <a:stretch>
              <a:fillRect/>
            </a:stretch>
          </p:blipFill>
          <p:spPr>
            <a:xfrm>
              <a:off x="49306" y="345702"/>
              <a:ext cx="12088906" cy="5924550"/>
            </a:xfrm>
            <a:prstGeom prst="rect">
              <a:avLst/>
            </a:prstGeom>
          </p:spPr>
        </p:pic>
        <p:sp>
          <p:nvSpPr>
            <p:cNvPr id="6" name="TextBox 5"/>
            <p:cNvSpPr txBox="1"/>
            <p:nvPr/>
          </p:nvSpPr>
          <p:spPr>
            <a:xfrm>
              <a:off x="5015753" y="2814029"/>
              <a:ext cx="1483804" cy="369332"/>
            </a:xfrm>
            <a:prstGeom prst="rect">
              <a:avLst/>
            </a:prstGeom>
            <a:noFill/>
          </p:spPr>
          <p:txBody>
            <a:bodyPr wrap="none" rtlCol="0">
              <a:spAutoFit/>
            </a:bodyPr>
            <a:lstStyle/>
            <a:p>
              <a:r>
                <a:rPr lang="en-US" b="1" dirty="0" smtClean="0">
                  <a:solidFill>
                    <a:schemeClr val="accent5">
                      <a:lumMod val="50000"/>
                    </a:schemeClr>
                  </a:solidFill>
                </a:rPr>
                <a:t>RI Integration</a:t>
              </a:r>
              <a:endParaRPr lang="en-IN" b="1" dirty="0">
                <a:solidFill>
                  <a:schemeClr val="accent5">
                    <a:lumMod val="50000"/>
                  </a:schemeClr>
                </a:solidFill>
              </a:endParaRPr>
            </a:p>
          </p:txBody>
        </p:sp>
        <p:pic>
          <p:nvPicPr>
            <p:cNvPr id="7" name="Picture 6"/>
            <p:cNvPicPr>
              <a:picLocks noChangeAspect="1"/>
            </p:cNvPicPr>
            <p:nvPr/>
          </p:nvPicPr>
          <p:blipFill>
            <a:blip r:embed="rId2"/>
            <a:stretch>
              <a:fillRect/>
            </a:stretch>
          </p:blipFill>
          <p:spPr>
            <a:xfrm>
              <a:off x="5449138" y="3213849"/>
              <a:ext cx="617034" cy="614082"/>
            </a:xfrm>
            <a:prstGeom prst="rect">
              <a:avLst/>
            </a:prstGeom>
          </p:spPr>
        </p:pic>
        <p:sp>
          <p:nvSpPr>
            <p:cNvPr id="8" name="TextBox 7"/>
            <p:cNvSpPr txBox="1"/>
            <p:nvPr/>
          </p:nvSpPr>
          <p:spPr>
            <a:xfrm>
              <a:off x="5292743" y="974728"/>
              <a:ext cx="868251" cy="338554"/>
            </a:xfrm>
            <a:prstGeom prst="rect">
              <a:avLst/>
            </a:prstGeom>
            <a:noFill/>
          </p:spPr>
          <p:txBody>
            <a:bodyPr wrap="none" rtlCol="0">
              <a:spAutoFit/>
            </a:bodyPr>
            <a:lstStyle/>
            <a:p>
              <a:r>
                <a:rPr lang="en-US" sz="1600" b="1" dirty="0" smtClean="0">
                  <a:solidFill>
                    <a:srgbClr val="008AC1"/>
                  </a:solidFill>
                </a:rPr>
                <a:t>Masters</a:t>
              </a:r>
              <a:endParaRPr lang="en-IN" b="1" dirty="0">
                <a:solidFill>
                  <a:srgbClr val="008AC1"/>
                </a:solidFill>
              </a:endParaRPr>
            </a:p>
          </p:txBody>
        </p:sp>
        <p:sp>
          <p:nvSpPr>
            <p:cNvPr id="9" name="TextBox 8"/>
            <p:cNvSpPr txBox="1"/>
            <p:nvPr/>
          </p:nvSpPr>
          <p:spPr>
            <a:xfrm>
              <a:off x="6964660" y="1759140"/>
              <a:ext cx="1152367" cy="830997"/>
            </a:xfrm>
            <a:prstGeom prst="rect">
              <a:avLst/>
            </a:prstGeom>
            <a:noFill/>
          </p:spPr>
          <p:txBody>
            <a:bodyPr wrap="none" rtlCol="0">
              <a:spAutoFit/>
            </a:bodyPr>
            <a:lstStyle/>
            <a:p>
              <a:pPr algn="ctr"/>
              <a:r>
                <a:rPr lang="en-US" sz="1600" b="1" dirty="0" smtClean="0">
                  <a:solidFill>
                    <a:srgbClr val="6BA42C"/>
                  </a:solidFill>
                </a:rPr>
                <a:t>Code </a:t>
              </a:r>
              <a:endParaRPr lang="en-US" sz="1600" b="1" dirty="0" smtClean="0">
                <a:solidFill>
                  <a:srgbClr val="6BA42C"/>
                </a:solidFill>
              </a:endParaRPr>
            </a:p>
            <a:p>
              <a:pPr algn="ctr"/>
              <a:r>
                <a:rPr lang="en-US" sz="1600" b="1" dirty="0" smtClean="0">
                  <a:solidFill>
                    <a:srgbClr val="6BA42C"/>
                  </a:solidFill>
                </a:rPr>
                <a:t>&amp; </a:t>
              </a:r>
              <a:endParaRPr lang="en-US" sz="1600" b="1" dirty="0" smtClean="0">
                <a:solidFill>
                  <a:srgbClr val="6BA42C"/>
                </a:solidFill>
              </a:endParaRPr>
            </a:p>
            <a:p>
              <a:pPr algn="ctr"/>
              <a:r>
                <a:rPr lang="en-US" sz="1600" b="1" dirty="0" smtClean="0">
                  <a:solidFill>
                    <a:srgbClr val="6BA42C"/>
                  </a:solidFill>
                </a:rPr>
                <a:t>Parameters</a:t>
              </a:r>
              <a:endParaRPr lang="en-IN" b="1" dirty="0">
                <a:solidFill>
                  <a:srgbClr val="6BA42C"/>
                </a:solidFill>
              </a:endParaRPr>
            </a:p>
          </p:txBody>
        </p:sp>
        <p:sp>
          <p:nvSpPr>
            <p:cNvPr id="10" name="TextBox 9"/>
            <p:cNvSpPr txBox="1"/>
            <p:nvPr/>
          </p:nvSpPr>
          <p:spPr>
            <a:xfrm>
              <a:off x="7101363" y="4091640"/>
              <a:ext cx="878960" cy="338554"/>
            </a:xfrm>
            <a:prstGeom prst="rect">
              <a:avLst/>
            </a:prstGeom>
            <a:noFill/>
          </p:spPr>
          <p:txBody>
            <a:bodyPr wrap="none" rtlCol="0">
              <a:spAutoFit/>
            </a:bodyPr>
            <a:lstStyle/>
            <a:p>
              <a:pPr algn="ctr"/>
              <a:r>
                <a:rPr lang="en-US" sz="1600" b="1" dirty="0" smtClean="0">
                  <a:solidFill>
                    <a:srgbClr val="7030A0"/>
                  </a:solidFill>
                </a:rPr>
                <a:t>Services</a:t>
              </a:r>
              <a:endParaRPr lang="en-IN" b="1" dirty="0">
                <a:solidFill>
                  <a:srgbClr val="7030A0"/>
                </a:solidFill>
              </a:endParaRPr>
            </a:p>
          </p:txBody>
        </p:sp>
        <p:sp>
          <p:nvSpPr>
            <p:cNvPr id="12" name="TextBox 11"/>
            <p:cNvSpPr txBox="1"/>
            <p:nvPr/>
          </p:nvSpPr>
          <p:spPr>
            <a:xfrm>
              <a:off x="5380695" y="5158440"/>
              <a:ext cx="620556" cy="338554"/>
            </a:xfrm>
            <a:prstGeom prst="rect">
              <a:avLst/>
            </a:prstGeom>
            <a:noFill/>
          </p:spPr>
          <p:txBody>
            <a:bodyPr wrap="none" rtlCol="0">
              <a:spAutoFit/>
            </a:bodyPr>
            <a:lstStyle/>
            <a:p>
              <a:pPr algn="ctr"/>
              <a:r>
                <a:rPr lang="en-US" sz="1600" b="1" dirty="0" smtClean="0">
                  <a:solidFill>
                    <a:srgbClr val="E1721F"/>
                  </a:solidFill>
                </a:rPr>
                <a:t>Tools</a:t>
              </a:r>
              <a:endParaRPr lang="en-IN" b="1" dirty="0">
                <a:solidFill>
                  <a:srgbClr val="E1721F"/>
                </a:solidFill>
              </a:endParaRPr>
            </a:p>
          </p:txBody>
        </p:sp>
        <p:sp>
          <p:nvSpPr>
            <p:cNvPr id="13" name="TextBox 12"/>
            <p:cNvSpPr txBox="1"/>
            <p:nvPr/>
          </p:nvSpPr>
          <p:spPr>
            <a:xfrm>
              <a:off x="3303655" y="3827931"/>
              <a:ext cx="1126013" cy="830997"/>
            </a:xfrm>
            <a:prstGeom prst="rect">
              <a:avLst/>
            </a:prstGeom>
            <a:noFill/>
          </p:spPr>
          <p:txBody>
            <a:bodyPr wrap="none" rtlCol="0">
              <a:spAutoFit/>
            </a:bodyPr>
            <a:lstStyle/>
            <a:p>
              <a:pPr algn="ctr"/>
              <a:r>
                <a:rPr lang="en-US" sz="1600" b="1" dirty="0" smtClean="0">
                  <a:solidFill>
                    <a:srgbClr val="D42C98"/>
                  </a:solidFill>
                </a:rPr>
                <a:t>Other </a:t>
              </a:r>
              <a:endParaRPr lang="en-US" sz="1600" b="1" dirty="0" smtClean="0">
                <a:solidFill>
                  <a:srgbClr val="D42C98"/>
                </a:solidFill>
              </a:endParaRPr>
            </a:p>
            <a:p>
              <a:pPr algn="ctr"/>
              <a:r>
                <a:rPr lang="en-US" sz="1600" b="1" dirty="0" smtClean="0">
                  <a:solidFill>
                    <a:srgbClr val="D42C98"/>
                  </a:solidFill>
                </a:rPr>
                <a:t>Modules </a:t>
              </a:r>
              <a:endParaRPr lang="en-US" sz="1600" b="1" dirty="0" smtClean="0">
                <a:solidFill>
                  <a:srgbClr val="D42C98"/>
                </a:solidFill>
              </a:endParaRPr>
            </a:p>
            <a:p>
              <a:pPr algn="ctr"/>
              <a:r>
                <a:rPr lang="en-US" sz="1600" b="1" dirty="0" smtClean="0">
                  <a:solidFill>
                    <a:srgbClr val="D42C98"/>
                  </a:solidFill>
                </a:rPr>
                <a:t>Integration</a:t>
              </a:r>
              <a:endParaRPr lang="en-IN" b="1" dirty="0">
                <a:solidFill>
                  <a:srgbClr val="D42C98"/>
                </a:solidFill>
              </a:endParaRPr>
            </a:p>
          </p:txBody>
        </p:sp>
        <p:sp>
          <p:nvSpPr>
            <p:cNvPr id="14" name="TextBox 13"/>
            <p:cNvSpPr txBox="1"/>
            <p:nvPr/>
          </p:nvSpPr>
          <p:spPr>
            <a:xfrm>
              <a:off x="3303655" y="1882250"/>
              <a:ext cx="1126013" cy="584775"/>
            </a:xfrm>
            <a:prstGeom prst="rect">
              <a:avLst/>
            </a:prstGeom>
            <a:noFill/>
          </p:spPr>
          <p:txBody>
            <a:bodyPr wrap="none" rtlCol="0">
              <a:spAutoFit/>
            </a:bodyPr>
            <a:lstStyle/>
            <a:p>
              <a:pPr algn="ctr"/>
              <a:r>
                <a:rPr lang="en-US" sz="1600" b="1" dirty="0" smtClean="0">
                  <a:solidFill>
                    <a:srgbClr val="BF393B"/>
                  </a:solidFill>
                </a:rPr>
                <a:t>External </a:t>
              </a:r>
              <a:endParaRPr lang="en-US" sz="1600" b="1" dirty="0" smtClean="0">
                <a:solidFill>
                  <a:srgbClr val="BF393B"/>
                </a:solidFill>
              </a:endParaRPr>
            </a:p>
            <a:p>
              <a:pPr algn="ctr"/>
              <a:r>
                <a:rPr lang="en-US" sz="1600" b="1" dirty="0" smtClean="0">
                  <a:solidFill>
                    <a:srgbClr val="BF393B"/>
                  </a:solidFill>
                </a:rPr>
                <a:t>Integration</a:t>
              </a:r>
              <a:endParaRPr lang="en-IN" b="1" dirty="0">
                <a:solidFill>
                  <a:srgbClr val="BF393B"/>
                </a:solidFill>
              </a:endParaRPr>
            </a:p>
          </p:txBody>
        </p:sp>
        <p:sp>
          <p:nvSpPr>
            <p:cNvPr id="15" name="TextBox 14"/>
            <p:cNvSpPr txBox="1"/>
            <p:nvPr/>
          </p:nvSpPr>
          <p:spPr>
            <a:xfrm>
              <a:off x="6714709" y="469633"/>
              <a:ext cx="5145596" cy="646331"/>
            </a:xfrm>
            <a:prstGeom prst="rect">
              <a:avLst/>
            </a:prstGeom>
            <a:noFill/>
            <a:ln>
              <a:solidFill>
                <a:srgbClr val="00B0F0"/>
              </a:solidFill>
            </a:ln>
          </p:spPr>
          <p:txBody>
            <a:bodyPr wrap="square" rtlCol="0">
              <a:spAutoFit/>
            </a:bodyPr>
            <a:lstStyle/>
            <a:p>
              <a:r>
                <a:rPr lang="en-US" sz="1200" b="0" dirty="0" smtClean="0">
                  <a:solidFill>
                    <a:srgbClr val="000000"/>
                  </a:solidFill>
                  <a:latin typeface="Calibri" panose="020F0502020204030204" charset="-122"/>
                </a:rPr>
                <a:t>Services required for synchronizing masters from other application to RI Common Schema such as Company, Division, Department, Currency, Exchange, User Profile, User Authorization, Product and RI related Entity Master</a:t>
              </a:r>
              <a:endParaRPr lang="en-US" sz="1200" b="0" dirty="0" smtClean="0">
                <a:solidFill>
                  <a:srgbClr val="000000"/>
                </a:solidFill>
                <a:latin typeface="Calibri" panose="020F0502020204030204" charset="-122"/>
              </a:endParaRPr>
            </a:p>
          </p:txBody>
        </p:sp>
        <p:cxnSp>
          <p:nvCxnSpPr>
            <p:cNvPr id="16" name="Straight Connector 15"/>
            <p:cNvCxnSpPr/>
            <p:nvPr/>
          </p:nvCxnSpPr>
          <p:spPr>
            <a:xfrm flipV="1">
              <a:off x="6293224" y="469633"/>
              <a:ext cx="421485" cy="135486"/>
            </a:xfrm>
            <a:prstGeom prst="line">
              <a:avLst/>
            </a:prstGeom>
            <a:ln>
              <a:solidFill>
                <a:srgbClr val="008CC7"/>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8373179" y="1801229"/>
              <a:ext cx="3487126" cy="461665"/>
            </a:xfrm>
            <a:prstGeom prst="rect">
              <a:avLst/>
            </a:prstGeom>
            <a:noFill/>
            <a:ln>
              <a:solidFill>
                <a:srgbClr val="6BA42C"/>
              </a:solidFill>
            </a:ln>
          </p:spPr>
          <p:txBody>
            <a:bodyPr wrap="square" rtlCol="0">
              <a:spAutoFit/>
            </a:bodyPr>
            <a:lstStyle/>
            <a:p>
              <a:pPr indent="0">
                <a:buNone/>
              </a:pPr>
              <a:r>
                <a:rPr lang="en-US" sz="1200" b="0" dirty="0" smtClean="0">
                  <a:solidFill>
                    <a:srgbClr val="000000"/>
                  </a:solidFill>
                  <a:latin typeface="Calibri" panose="020F0502020204030204" charset="-122"/>
                </a:rPr>
                <a:t>Maintenance of RI related Codes, Parameters, Document Number generation in Common Schema</a:t>
              </a:r>
              <a:endParaRPr lang="en-US" sz="1200" b="0" dirty="0">
                <a:solidFill>
                  <a:srgbClr val="000000"/>
                </a:solidFill>
                <a:latin typeface="Calibri" panose="020F0502020204030204" charset="-122"/>
              </a:endParaRPr>
            </a:p>
          </p:txBody>
        </p:sp>
        <p:cxnSp>
          <p:nvCxnSpPr>
            <p:cNvPr id="18" name="Straight Connector 17"/>
            <p:cNvCxnSpPr/>
            <p:nvPr/>
          </p:nvCxnSpPr>
          <p:spPr>
            <a:xfrm flipV="1">
              <a:off x="8216153" y="1801229"/>
              <a:ext cx="157026" cy="81021"/>
            </a:xfrm>
            <a:prstGeom prst="line">
              <a:avLst/>
            </a:prstGeom>
            <a:ln>
              <a:solidFill>
                <a:srgbClr val="6BA42C"/>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8373179" y="3703424"/>
              <a:ext cx="3487126" cy="1754326"/>
            </a:xfrm>
            <a:prstGeom prst="rect">
              <a:avLst/>
            </a:prstGeom>
            <a:noFill/>
            <a:ln>
              <a:solidFill>
                <a:srgbClr val="7030A0"/>
              </a:solidFill>
            </a:ln>
          </p:spPr>
          <p:txBody>
            <a:bodyPr wrap="square" rtlCol="0">
              <a:spAutoFit/>
            </a:bodyPr>
            <a:lstStyle/>
            <a:p>
              <a:pPr indent="0">
                <a:buNone/>
              </a:pPr>
              <a:r>
                <a:rPr lang="en-US" sz="1200" b="0" dirty="0" smtClean="0">
                  <a:solidFill>
                    <a:srgbClr val="000000"/>
                  </a:solidFill>
                  <a:latin typeface="Calibri" panose="020F0502020204030204" charset="-122"/>
                </a:rPr>
                <a:t>1. Transferring UW transaction details from other application to RI and Vice versa</a:t>
              </a:r>
              <a:endParaRPr lang="en-US" sz="1200" b="0" dirty="0" smtClean="0">
                <a:solidFill>
                  <a:srgbClr val="000000"/>
                </a:solidFill>
                <a:latin typeface="Calibri" panose="020F0502020204030204" charset="-122"/>
              </a:endParaRPr>
            </a:p>
            <a:p>
              <a:pPr indent="0">
                <a:buNone/>
              </a:pPr>
              <a:r>
                <a:rPr lang="en-US" sz="1200" b="0" dirty="0" smtClean="0">
                  <a:solidFill>
                    <a:srgbClr val="000000"/>
                  </a:solidFill>
                  <a:latin typeface="Calibri" panose="020F0502020204030204" charset="-122"/>
                </a:rPr>
                <a:t>2. Transferring Claims transaction details from other application to RI and Vice versa</a:t>
              </a:r>
              <a:endParaRPr lang="en-US" sz="1200" b="0" dirty="0" smtClean="0">
                <a:solidFill>
                  <a:srgbClr val="000000"/>
                </a:solidFill>
                <a:latin typeface="Calibri" panose="020F0502020204030204" charset="-122"/>
              </a:endParaRPr>
            </a:p>
            <a:p>
              <a:pPr indent="0">
                <a:buNone/>
              </a:pPr>
              <a:r>
                <a:rPr lang="en-US" sz="1200" b="0" dirty="0" smtClean="0">
                  <a:solidFill>
                    <a:srgbClr val="000000"/>
                  </a:solidFill>
                  <a:latin typeface="Calibri" panose="020F0502020204030204" charset="-122"/>
                </a:rPr>
                <a:t>3. Rendering RI Screen from other application</a:t>
              </a:r>
              <a:endParaRPr lang="en-US" sz="1200" b="0" dirty="0" smtClean="0">
                <a:solidFill>
                  <a:srgbClr val="000000"/>
                </a:solidFill>
                <a:latin typeface="Calibri" panose="020F0502020204030204" charset="-122"/>
              </a:endParaRPr>
            </a:p>
            <a:p>
              <a:pPr indent="0">
                <a:buNone/>
              </a:pPr>
              <a:r>
                <a:rPr lang="en-US" sz="1200" b="0" dirty="0" smtClean="0">
                  <a:solidFill>
                    <a:srgbClr val="000000"/>
                  </a:solidFill>
                  <a:latin typeface="Calibri" panose="020F0502020204030204" charset="-122"/>
                </a:rPr>
                <a:t>4. Transferring of RI allocation details to other processes (if required) in 3rd party application</a:t>
              </a:r>
              <a:endParaRPr lang="en-US" sz="1200" b="0" dirty="0" smtClean="0">
                <a:solidFill>
                  <a:srgbClr val="000000"/>
                </a:solidFill>
                <a:latin typeface="Calibri" panose="020F0502020204030204" charset="-122"/>
              </a:endParaRPr>
            </a:p>
            <a:p>
              <a:pPr indent="0">
                <a:buNone/>
              </a:pPr>
              <a:r>
                <a:rPr lang="en-US" sz="1200" b="0" dirty="0" smtClean="0">
                  <a:solidFill>
                    <a:srgbClr val="000000"/>
                  </a:solidFill>
                  <a:latin typeface="Calibri" panose="020F0502020204030204" charset="-122"/>
                </a:rPr>
                <a:t>5. Transferring of RI Accounts details to GL module in other application (if required)</a:t>
              </a:r>
              <a:endParaRPr lang="en-US" sz="1200" b="0" dirty="0">
                <a:solidFill>
                  <a:srgbClr val="000000"/>
                </a:solidFill>
                <a:latin typeface="Calibri" panose="020F0502020204030204" charset="-122"/>
              </a:endParaRPr>
            </a:p>
          </p:txBody>
        </p:sp>
        <p:cxnSp>
          <p:nvCxnSpPr>
            <p:cNvPr id="20" name="Straight Connector 19"/>
            <p:cNvCxnSpPr/>
            <p:nvPr/>
          </p:nvCxnSpPr>
          <p:spPr>
            <a:xfrm flipV="1">
              <a:off x="8117027" y="3697941"/>
              <a:ext cx="256152" cy="129990"/>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680747" y="6125584"/>
              <a:ext cx="4544414" cy="461665"/>
            </a:xfrm>
            <a:prstGeom prst="rect">
              <a:avLst/>
            </a:prstGeom>
            <a:noFill/>
            <a:ln>
              <a:solidFill>
                <a:schemeClr val="accent2">
                  <a:lumMod val="75000"/>
                </a:schemeClr>
              </a:solidFill>
            </a:ln>
          </p:spPr>
          <p:txBody>
            <a:bodyPr wrap="square" rtlCol="0">
              <a:spAutoFit/>
            </a:bodyPr>
            <a:lstStyle/>
            <a:p>
              <a:pPr indent="0">
                <a:buNone/>
              </a:pPr>
              <a:r>
                <a:rPr lang="en-US" sz="1200" b="0" dirty="0" smtClean="0">
                  <a:solidFill>
                    <a:srgbClr val="000000"/>
                  </a:solidFill>
                  <a:latin typeface="Calibri" panose="020F0502020204030204" charset="-122"/>
                </a:rPr>
                <a:t>Rule Engine, J-Report, Doc-Print, Workflow (if required), E-Mails, DMS (if required), Checklist (if required), Dash Board and BI (if required)</a:t>
              </a:r>
              <a:endParaRPr lang="en-US" sz="1200" b="0" dirty="0">
                <a:solidFill>
                  <a:srgbClr val="000000"/>
                </a:solidFill>
                <a:latin typeface="Calibri" panose="020F0502020204030204" charset="-122"/>
              </a:endParaRPr>
            </a:p>
          </p:txBody>
        </p:sp>
        <p:cxnSp>
          <p:nvCxnSpPr>
            <p:cNvPr id="22" name="Straight Connector 21"/>
            <p:cNvCxnSpPr/>
            <p:nvPr/>
          </p:nvCxnSpPr>
          <p:spPr>
            <a:xfrm flipH="1">
              <a:off x="5292743" y="6024282"/>
              <a:ext cx="156395" cy="24597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75204" y="3749590"/>
              <a:ext cx="2950544" cy="830997"/>
            </a:xfrm>
            <a:prstGeom prst="rect">
              <a:avLst/>
            </a:prstGeom>
            <a:noFill/>
            <a:ln>
              <a:solidFill>
                <a:srgbClr val="D42C98"/>
              </a:solidFill>
            </a:ln>
          </p:spPr>
          <p:txBody>
            <a:bodyPr wrap="square" rtlCol="0">
              <a:spAutoFit/>
            </a:bodyPr>
            <a:lstStyle/>
            <a:p>
              <a:pPr indent="0">
                <a:buNone/>
              </a:pPr>
              <a:r>
                <a:rPr lang="en-US" sz="1200" b="0" dirty="0" smtClean="0">
                  <a:solidFill>
                    <a:srgbClr val="000000"/>
                  </a:solidFill>
                  <a:latin typeface="Calibri" panose="020F0502020204030204" charset="-122"/>
                </a:rPr>
                <a:t>Billing Dependency - To be released along with RI module for posting of RI entries to account. Related account setup to be done in billing module</a:t>
              </a:r>
              <a:endParaRPr lang="en-US" sz="1200" b="0" dirty="0">
                <a:solidFill>
                  <a:srgbClr val="000000"/>
                </a:solidFill>
                <a:latin typeface="Calibri" panose="020F0502020204030204" charset="-122"/>
              </a:endParaRPr>
            </a:p>
          </p:txBody>
        </p:sp>
        <p:cxnSp>
          <p:nvCxnSpPr>
            <p:cNvPr id="24" name="Straight Connector 23"/>
            <p:cNvCxnSpPr/>
            <p:nvPr/>
          </p:nvCxnSpPr>
          <p:spPr>
            <a:xfrm>
              <a:off x="3025748" y="3762936"/>
              <a:ext cx="277907" cy="64995"/>
            </a:xfrm>
            <a:prstGeom prst="line">
              <a:avLst/>
            </a:prstGeom>
            <a:ln>
              <a:solidFill>
                <a:srgbClr val="D42C98"/>
              </a:solidFill>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131928" y="1855694"/>
              <a:ext cx="2799531" cy="276999"/>
            </a:xfrm>
            <a:prstGeom prst="rect">
              <a:avLst/>
            </a:prstGeom>
            <a:noFill/>
            <a:ln>
              <a:solidFill>
                <a:srgbClr val="BF393B"/>
              </a:solidFill>
            </a:ln>
          </p:spPr>
          <p:txBody>
            <a:bodyPr wrap="square" rtlCol="0">
              <a:spAutoFit/>
            </a:bodyPr>
            <a:lstStyle/>
            <a:p>
              <a:pPr fontAlgn="ctr"/>
              <a:r>
                <a:rPr lang="en-US" sz="1200" dirty="0" smtClean="0"/>
                <a:t>Google </a:t>
              </a:r>
              <a:r>
                <a:rPr lang="en-US" sz="1200" dirty="0"/>
                <a:t>Integration</a:t>
              </a:r>
              <a:endParaRPr lang="en-IN" sz="1200" dirty="0"/>
            </a:p>
          </p:txBody>
        </p:sp>
        <p:cxnSp>
          <p:nvCxnSpPr>
            <p:cNvPr id="26" name="Straight Connector 25"/>
            <p:cNvCxnSpPr/>
            <p:nvPr/>
          </p:nvCxnSpPr>
          <p:spPr>
            <a:xfrm>
              <a:off x="2931459" y="2132693"/>
              <a:ext cx="233242" cy="258118"/>
            </a:xfrm>
            <a:prstGeom prst="line">
              <a:avLst/>
            </a:prstGeom>
            <a:ln>
              <a:solidFill>
                <a:srgbClr val="BF393B"/>
              </a:solidFill>
            </a:ln>
          </p:spPr>
          <p:style>
            <a:lnRef idx="1">
              <a:schemeClr val="accent1"/>
            </a:lnRef>
            <a:fillRef idx="0">
              <a:schemeClr val="accent1"/>
            </a:fillRef>
            <a:effectRef idx="0">
              <a:schemeClr val="accent1"/>
            </a:effectRef>
            <a:fontRef idx="minor">
              <a:schemeClr val="tx1"/>
            </a:fontRef>
          </p:style>
        </p:cxnSp>
      </p:grpSp>
      <p:sp>
        <p:nvSpPr>
          <p:cNvPr id="5" name="Title 4"/>
          <p:cNvSpPr>
            <a:spLocks noGrp="1"/>
          </p:cNvSpPr>
          <p:nvPr>
            <p:ph type="title"/>
          </p:nvPr>
        </p:nvSpPr>
        <p:spPr>
          <a:xfrm>
            <a:off x="131928" y="2293"/>
            <a:ext cx="2360781" cy="382289"/>
          </a:xfrm>
        </p:spPr>
        <p:txBody>
          <a:bodyPr>
            <a:normAutofit fontScale="90000"/>
          </a:bodyPr>
          <a:lstStyle/>
          <a:p>
            <a:r>
              <a:rPr lang="en-US" dirty="0" smtClean="0"/>
              <a:t>RI Integration</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01897" y="151308"/>
            <a:ext cx="6038683" cy="382289"/>
          </a:xfrm>
        </p:spPr>
        <p:txBody>
          <a:bodyPr>
            <a:normAutofit fontScale="90000"/>
          </a:bodyPr>
          <a:lstStyle/>
          <a:p>
            <a:r>
              <a:rPr lang="en-US" dirty="0" smtClean="0"/>
              <a:t>RI Integration</a:t>
            </a:r>
            <a:endParaRPr lang="en-US" dirty="0"/>
          </a:p>
        </p:txBody>
      </p:sp>
      <p:sp>
        <p:nvSpPr>
          <p:cNvPr id="16" name="Oval 15"/>
          <p:cNvSpPr/>
          <p:nvPr/>
        </p:nvSpPr>
        <p:spPr>
          <a:xfrm>
            <a:off x="9106563" y="389965"/>
            <a:ext cx="1305243" cy="1273685"/>
          </a:xfrm>
          <a:prstGeom prst="ellipse">
            <a:avLst/>
          </a:prstGeom>
          <a:solidFill>
            <a:srgbClr val="0299D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1"/>
          <p:cNvGrpSpPr/>
          <p:nvPr/>
        </p:nvGrpSpPr>
        <p:grpSpPr>
          <a:xfrm>
            <a:off x="203667" y="477931"/>
            <a:ext cx="11531136" cy="6036867"/>
            <a:chOff x="203667" y="477931"/>
            <a:chExt cx="11531136" cy="6036867"/>
          </a:xfrm>
        </p:grpSpPr>
        <p:pic>
          <p:nvPicPr>
            <p:cNvPr id="6" name="Picture 5"/>
            <p:cNvPicPr>
              <a:picLocks noChangeAspect="1"/>
            </p:cNvPicPr>
            <p:nvPr/>
          </p:nvPicPr>
          <p:blipFill rotWithShape="1">
            <a:blip r:embed="rId1"/>
            <a:srcRect r="42781"/>
            <a:stretch>
              <a:fillRect/>
            </a:stretch>
          </p:blipFill>
          <p:spPr>
            <a:xfrm>
              <a:off x="203667" y="477931"/>
              <a:ext cx="7461157" cy="5848350"/>
            </a:xfrm>
            <a:prstGeom prst="rect">
              <a:avLst/>
            </a:prstGeom>
          </p:spPr>
        </p:pic>
        <p:sp>
          <p:nvSpPr>
            <p:cNvPr id="7" name="TextBox 6"/>
            <p:cNvSpPr txBox="1"/>
            <p:nvPr/>
          </p:nvSpPr>
          <p:spPr>
            <a:xfrm>
              <a:off x="4061016" y="2961946"/>
              <a:ext cx="1483804" cy="369332"/>
            </a:xfrm>
            <a:prstGeom prst="rect">
              <a:avLst/>
            </a:prstGeom>
            <a:noFill/>
          </p:spPr>
          <p:txBody>
            <a:bodyPr wrap="none" rtlCol="0">
              <a:spAutoFit/>
            </a:bodyPr>
            <a:lstStyle/>
            <a:p>
              <a:r>
                <a:rPr lang="en-US" b="1" dirty="0" smtClean="0">
                  <a:solidFill>
                    <a:schemeClr val="accent5">
                      <a:lumMod val="50000"/>
                    </a:schemeClr>
                  </a:solidFill>
                </a:rPr>
                <a:t>RI Integration</a:t>
              </a:r>
              <a:endParaRPr lang="en-IN" b="1" dirty="0">
                <a:solidFill>
                  <a:schemeClr val="accent5">
                    <a:lumMod val="50000"/>
                  </a:schemeClr>
                </a:solidFill>
              </a:endParaRPr>
            </a:p>
          </p:txBody>
        </p:sp>
        <p:pic>
          <p:nvPicPr>
            <p:cNvPr id="8" name="Picture 7"/>
            <p:cNvPicPr>
              <a:picLocks noChangeAspect="1"/>
            </p:cNvPicPr>
            <p:nvPr/>
          </p:nvPicPr>
          <p:blipFill>
            <a:blip r:embed="rId2"/>
            <a:stretch>
              <a:fillRect/>
            </a:stretch>
          </p:blipFill>
          <p:spPr>
            <a:xfrm>
              <a:off x="4494401" y="3361766"/>
              <a:ext cx="617034" cy="614082"/>
            </a:xfrm>
            <a:prstGeom prst="rect">
              <a:avLst/>
            </a:prstGeom>
          </p:spPr>
        </p:pic>
        <p:sp>
          <p:nvSpPr>
            <p:cNvPr id="9" name="TextBox 8"/>
            <p:cNvSpPr txBox="1"/>
            <p:nvPr/>
          </p:nvSpPr>
          <p:spPr>
            <a:xfrm>
              <a:off x="4302110" y="1047144"/>
              <a:ext cx="868251" cy="338554"/>
            </a:xfrm>
            <a:prstGeom prst="rect">
              <a:avLst/>
            </a:prstGeom>
            <a:noFill/>
          </p:spPr>
          <p:txBody>
            <a:bodyPr wrap="none" rtlCol="0">
              <a:spAutoFit/>
            </a:bodyPr>
            <a:lstStyle/>
            <a:p>
              <a:r>
                <a:rPr lang="en-US" sz="1600" b="1" dirty="0" smtClean="0">
                  <a:solidFill>
                    <a:schemeClr val="accent1">
                      <a:lumMod val="75000"/>
                    </a:schemeClr>
                  </a:solidFill>
                </a:rPr>
                <a:t>Masters</a:t>
              </a:r>
              <a:endParaRPr lang="en-IN" b="1" dirty="0">
                <a:solidFill>
                  <a:schemeClr val="accent1">
                    <a:lumMod val="75000"/>
                  </a:schemeClr>
                </a:solidFill>
              </a:endParaRPr>
            </a:p>
          </p:txBody>
        </p:sp>
        <p:sp>
          <p:nvSpPr>
            <p:cNvPr id="10" name="TextBox 9"/>
            <p:cNvSpPr txBox="1"/>
            <p:nvPr/>
          </p:nvSpPr>
          <p:spPr>
            <a:xfrm>
              <a:off x="6009923" y="1907057"/>
              <a:ext cx="1152367" cy="830997"/>
            </a:xfrm>
            <a:prstGeom prst="rect">
              <a:avLst/>
            </a:prstGeom>
            <a:noFill/>
          </p:spPr>
          <p:txBody>
            <a:bodyPr wrap="none" rtlCol="0">
              <a:spAutoFit/>
            </a:bodyPr>
            <a:lstStyle/>
            <a:p>
              <a:pPr algn="ctr"/>
              <a:r>
                <a:rPr lang="en-US" sz="1600" b="1" dirty="0" smtClean="0">
                  <a:solidFill>
                    <a:srgbClr val="6BA42C"/>
                  </a:solidFill>
                </a:rPr>
                <a:t>Code </a:t>
              </a:r>
              <a:endParaRPr lang="en-US" sz="1600" b="1" dirty="0" smtClean="0">
                <a:solidFill>
                  <a:srgbClr val="6BA42C"/>
                </a:solidFill>
              </a:endParaRPr>
            </a:p>
            <a:p>
              <a:pPr algn="ctr"/>
              <a:r>
                <a:rPr lang="en-US" sz="1600" b="1" dirty="0" smtClean="0">
                  <a:solidFill>
                    <a:srgbClr val="6BA42C"/>
                  </a:solidFill>
                </a:rPr>
                <a:t>&amp; </a:t>
              </a:r>
              <a:endParaRPr lang="en-US" sz="1600" b="1" dirty="0" smtClean="0">
                <a:solidFill>
                  <a:srgbClr val="6BA42C"/>
                </a:solidFill>
              </a:endParaRPr>
            </a:p>
            <a:p>
              <a:pPr algn="ctr"/>
              <a:r>
                <a:rPr lang="en-US" sz="1600" b="1" dirty="0" smtClean="0">
                  <a:solidFill>
                    <a:srgbClr val="6BA42C"/>
                  </a:solidFill>
                </a:rPr>
                <a:t>Parameters</a:t>
              </a:r>
              <a:endParaRPr lang="en-IN" b="1" dirty="0">
                <a:solidFill>
                  <a:srgbClr val="6BA42C"/>
                </a:solidFill>
              </a:endParaRPr>
            </a:p>
          </p:txBody>
        </p:sp>
        <p:sp>
          <p:nvSpPr>
            <p:cNvPr id="11" name="TextBox 10"/>
            <p:cNvSpPr txBox="1"/>
            <p:nvPr/>
          </p:nvSpPr>
          <p:spPr>
            <a:xfrm>
              <a:off x="6146626" y="4239557"/>
              <a:ext cx="878960" cy="338554"/>
            </a:xfrm>
            <a:prstGeom prst="rect">
              <a:avLst/>
            </a:prstGeom>
            <a:noFill/>
          </p:spPr>
          <p:txBody>
            <a:bodyPr wrap="none" rtlCol="0">
              <a:spAutoFit/>
            </a:bodyPr>
            <a:lstStyle/>
            <a:p>
              <a:pPr algn="ctr"/>
              <a:r>
                <a:rPr lang="en-US" sz="1600" b="1" dirty="0" smtClean="0">
                  <a:solidFill>
                    <a:srgbClr val="7030A0"/>
                  </a:solidFill>
                </a:rPr>
                <a:t>Services</a:t>
              </a:r>
              <a:endParaRPr lang="en-IN" b="1" dirty="0">
                <a:solidFill>
                  <a:srgbClr val="7030A0"/>
                </a:solidFill>
              </a:endParaRPr>
            </a:p>
          </p:txBody>
        </p:sp>
        <p:sp>
          <p:nvSpPr>
            <p:cNvPr id="12" name="TextBox 11"/>
            <p:cNvSpPr txBox="1"/>
            <p:nvPr/>
          </p:nvSpPr>
          <p:spPr>
            <a:xfrm>
              <a:off x="4425958" y="5306357"/>
              <a:ext cx="620556" cy="338554"/>
            </a:xfrm>
            <a:prstGeom prst="rect">
              <a:avLst/>
            </a:prstGeom>
            <a:noFill/>
          </p:spPr>
          <p:txBody>
            <a:bodyPr wrap="none" rtlCol="0">
              <a:spAutoFit/>
            </a:bodyPr>
            <a:lstStyle/>
            <a:p>
              <a:pPr algn="ctr"/>
              <a:r>
                <a:rPr lang="en-US" sz="1600" b="1" dirty="0" smtClean="0">
                  <a:solidFill>
                    <a:srgbClr val="E1721F"/>
                  </a:solidFill>
                </a:rPr>
                <a:t>Tools</a:t>
              </a:r>
              <a:endParaRPr lang="en-IN" b="1" dirty="0">
                <a:solidFill>
                  <a:srgbClr val="E1721F"/>
                </a:solidFill>
              </a:endParaRPr>
            </a:p>
          </p:txBody>
        </p:sp>
        <p:sp>
          <p:nvSpPr>
            <p:cNvPr id="13" name="TextBox 12"/>
            <p:cNvSpPr txBox="1"/>
            <p:nvPr/>
          </p:nvSpPr>
          <p:spPr>
            <a:xfrm>
              <a:off x="2348918" y="3975848"/>
              <a:ext cx="1126013" cy="830997"/>
            </a:xfrm>
            <a:prstGeom prst="rect">
              <a:avLst/>
            </a:prstGeom>
            <a:noFill/>
          </p:spPr>
          <p:txBody>
            <a:bodyPr wrap="none" rtlCol="0">
              <a:spAutoFit/>
            </a:bodyPr>
            <a:lstStyle/>
            <a:p>
              <a:pPr algn="ctr"/>
              <a:r>
                <a:rPr lang="en-US" sz="1600" b="1" dirty="0" smtClean="0">
                  <a:solidFill>
                    <a:srgbClr val="D42C98"/>
                  </a:solidFill>
                </a:rPr>
                <a:t>Other </a:t>
              </a:r>
              <a:endParaRPr lang="en-US" sz="1600" b="1" dirty="0" smtClean="0">
                <a:solidFill>
                  <a:srgbClr val="D42C98"/>
                </a:solidFill>
              </a:endParaRPr>
            </a:p>
            <a:p>
              <a:pPr algn="ctr"/>
              <a:r>
                <a:rPr lang="en-US" sz="1600" b="1" dirty="0" smtClean="0">
                  <a:solidFill>
                    <a:srgbClr val="D42C98"/>
                  </a:solidFill>
                </a:rPr>
                <a:t>Modules </a:t>
              </a:r>
              <a:endParaRPr lang="en-US" sz="1600" b="1" dirty="0" smtClean="0">
                <a:solidFill>
                  <a:srgbClr val="D42C98"/>
                </a:solidFill>
              </a:endParaRPr>
            </a:p>
            <a:p>
              <a:pPr algn="ctr"/>
              <a:r>
                <a:rPr lang="en-US" sz="1600" b="1" dirty="0" smtClean="0">
                  <a:solidFill>
                    <a:srgbClr val="D42C98"/>
                  </a:solidFill>
                </a:rPr>
                <a:t>Integration</a:t>
              </a:r>
              <a:endParaRPr lang="en-IN" b="1" dirty="0">
                <a:solidFill>
                  <a:srgbClr val="D42C98"/>
                </a:solidFill>
              </a:endParaRPr>
            </a:p>
          </p:txBody>
        </p:sp>
        <p:sp>
          <p:nvSpPr>
            <p:cNvPr id="14" name="TextBox 13"/>
            <p:cNvSpPr txBox="1"/>
            <p:nvPr/>
          </p:nvSpPr>
          <p:spPr>
            <a:xfrm>
              <a:off x="2348918" y="2030167"/>
              <a:ext cx="1126013" cy="584775"/>
            </a:xfrm>
            <a:prstGeom prst="rect">
              <a:avLst/>
            </a:prstGeom>
            <a:noFill/>
          </p:spPr>
          <p:txBody>
            <a:bodyPr wrap="none" rtlCol="0">
              <a:spAutoFit/>
            </a:bodyPr>
            <a:lstStyle/>
            <a:p>
              <a:pPr algn="ctr"/>
              <a:r>
                <a:rPr lang="en-US" sz="1600" b="1" dirty="0" smtClean="0">
                  <a:solidFill>
                    <a:srgbClr val="BF393B"/>
                  </a:solidFill>
                </a:rPr>
                <a:t>External </a:t>
              </a:r>
              <a:endParaRPr lang="en-US" sz="1600" b="1" dirty="0" smtClean="0">
                <a:solidFill>
                  <a:srgbClr val="BF393B"/>
                </a:solidFill>
              </a:endParaRPr>
            </a:p>
            <a:p>
              <a:pPr algn="ctr"/>
              <a:r>
                <a:rPr lang="en-US" sz="1600" b="1" dirty="0" smtClean="0">
                  <a:solidFill>
                    <a:srgbClr val="BF393B"/>
                  </a:solidFill>
                </a:rPr>
                <a:t>Integration</a:t>
              </a:r>
              <a:endParaRPr lang="en-IN" b="1" dirty="0">
                <a:solidFill>
                  <a:srgbClr val="BF393B"/>
                </a:solidFill>
              </a:endParaRPr>
            </a:p>
          </p:txBody>
        </p:sp>
        <p:sp>
          <p:nvSpPr>
            <p:cNvPr id="15" name="Rectangle 14"/>
            <p:cNvSpPr/>
            <p:nvPr/>
          </p:nvSpPr>
          <p:spPr>
            <a:xfrm>
              <a:off x="7785849" y="1143003"/>
              <a:ext cx="3948954" cy="5316196"/>
            </a:xfrm>
            <a:prstGeom prst="rect">
              <a:avLst/>
            </a:prstGeom>
            <a:noFill/>
            <a:ln>
              <a:solidFill>
                <a:srgbClr val="008AC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7" name="Picture 16"/>
            <p:cNvPicPr>
              <a:picLocks noChangeAspect="1"/>
            </p:cNvPicPr>
            <p:nvPr/>
          </p:nvPicPr>
          <p:blipFill>
            <a:blip r:embed="rId3"/>
            <a:stretch>
              <a:fillRect/>
            </a:stretch>
          </p:blipFill>
          <p:spPr>
            <a:xfrm>
              <a:off x="9400597" y="655951"/>
              <a:ext cx="754629" cy="690636"/>
            </a:xfrm>
            <a:prstGeom prst="ellipse">
              <a:avLst/>
            </a:prstGeom>
          </p:spPr>
        </p:pic>
        <p:sp>
          <p:nvSpPr>
            <p:cNvPr id="18" name="TextBox 17"/>
            <p:cNvSpPr txBox="1"/>
            <p:nvPr/>
          </p:nvSpPr>
          <p:spPr>
            <a:xfrm>
              <a:off x="9375949" y="1833639"/>
              <a:ext cx="868251" cy="338554"/>
            </a:xfrm>
            <a:prstGeom prst="rect">
              <a:avLst/>
            </a:prstGeom>
            <a:noFill/>
          </p:spPr>
          <p:txBody>
            <a:bodyPr wrap="none" rtlCol="0">
              <a:spAutoFit/>
            </a:bodyPr>
            <a:lstStyle/>
            <a:p>
              <a:r>
                <a:rPr lang="en-US" sz="1600" b="1" dirty="0" smtClean="0">
                  <a:solidFill>
                    <a:srgbClr val="008AC1"/>
                  </a:solidFill>
                </a:rPr>
                <a:t>Masters</a:t>
              </a:r>
              <a:endParaRPr lang="en-IN" b="1" dirty="0">
                <a:solidFill>
                  <a:srgbClr val="008AC1"/>
                </a:solidFill>
              </a:endParaRPr>
            </a:p>
          </p:txBody>
        </p:sp>
        <p:sp>
          <p:nvSpPr>
            <p:cNvPr id="19" name="Rectangle 18"/>
            <p:cNvSpPr/>
            <p:nvPr/>
          </p:nvSpPr>
          <p:spPr>
            <a:xfrm>
              <a:off x="7817335" y="2211119"/>
              <a:ext cx="3917468" cy="4303679"/>
            </a:xfrm>
            <a:prstGeom prst="rect">
              <a:avLst/>
            </a:prstGeom>
          </p:spPr>
          <p:txBody>
            <a:bodyPr wrap="square">
              <a:spAutoFit/>
            </a:bodyPr>
            <a:lstStyle/>
            <a:p>
              <a:pPr>
                <a:lnSpc>
                  <a:spcPct val="130000"/>
                </a:lnSpc>
              </a:pPr>
              <a:r>
                <a:rPr lang="en-US" altLang="en-IN" sz="1335" dirty="0" smtClean="0">
                  <a:latin typeface="Calibri" panose="020F0502020204030204" pitchFamily="34" charset="0"/>
                  <a:cs typeface="Calibri" panose="020F0502020204030204" pitchFamily="34" charset="0"/>
                  <a:sym typeface="+mn-ea"/>
                </a:rPr>
                <a:t>The below listed masters to be sync with RI from Other Application. It will get update on periodic basis </a:t>
              </a:r>
              <a:endParaRPr lang="en-US" altLang="en-IN" sz="1335" dirty="0" smtClean="0">
                <a:latin typeface="Calibri" panose="020F0502020204030204" pitchFamily="34" charset="0"/>
                <a:cs typeface="Calibri" panose="020F0502020204030204" pitchFamily="34" charset="0"/>
                <a:sym typeface="+mn-ea"/>
              </a:endParaRPr>
            </a:p>
            <a:p>
              <a:r>
                <a:rPr lang="en-US" altLang="en-IN" sz="1335" dirty="0" smtClean="0">
                  <a:latin typeface="Calibri" panose="020F0502020204030204" pitchFamily="34" charset="0"/>
                  <a:cs typeface="Calibri" panose="020F0502020204030204" pitchFamily="34" charset="0"/>
                  <a:sym typeface="+mn-ea"/>
                </a:rPr>
                <a:t>	</a:t>
              </a:r>
              <a:endParaRPr lang="en-US" altLang="en-IN" sz="1335" dirty="0" smtClean="0">
                <a:latin typeface="Calibri" panose="020F0502020204030204" pitchFamily="34" charset="0"/>
                <a:cs typeface="Calibri" panose="020F0502020204030204" pitchFamily="34" charset="0"/>
                <a:sym typeface="+mn-ea"/>
              </a:endParaRPr>
            </a:p>
            <a:p>
              <a:pPr marL="444500" lvl="2" indent="-351155">
                <a:lnSpc>
                  <a:spcPct val="130000"/>
                </a:lnSpc>
                <a:buFont typeface="Wingdings" panose="05000000000000000000" charset="0"/>
                <a:buChar char="ü"/>
              </a:pPr>
              <a:r>
                <a:rPr lang="en-US" altLang="en-IN" sz="1335" dirty="0" smtClean="0">
                  <a:latin typeface="Calibri" panose="020F0502020204030204" pitchFamily="34" charset="0"/>
                  <a:cs typeface="Calibri" panose="020F0502020204030204" pitchFamily="34" charset="0"/>
                  <a:sym typeface="+mn-ea"/>
                </a:rPr>
                <a:t>Company Master</a:t>
              </a:r>
              <a:endParaRPr lang="en-US" altLang="en-IN" sz="1335" dirty="0" smtClean="0">
                <a:latin typeface="Calibri" panose="020F0502020204030204" pitchFamily="34" charset="0"/>
                <a:cs typeface="Calibri" panose="020F0502020204030204" pitchFamily="34" charset="0"/>
                <a:sym typeface="+mn-ea"/>
              </a:endParaRPr>
            </a:p>
            <a:p>
              <a:pPr marL="444500" lvl="2" indent="-351155">
                <a:lnSpc>
                  <a:spcPct val="130000"/>
                </a:lnSpc>
                <a:buFont typeface="Wingdings" panose="05000000000000000000" charset="0"/>
                <a:buChar char="ü"/>
              </a:pPr>
              <a:r>
                <a:rPr lang="en-US" altLang="en-IN" sz="1335" dirty="0" smtClean="0">
                  <a:latin typeface="Calibri" panose="020F0502020204030204" pitchFamily="34" charset="0"/>
                  <a:cs typeface="Calibri" panose="020F0502020204030204" pitchFamily="34" charset="0"/>
                  <a:sym typeface="+mn-ea"/>
                </a:rPr>
                <a:t>Division Master</a:t>
              </a:r>
              <a:endParaRPr lang="en-US" altLang="en-IN" sz="1335" dirty="0" smtClean="0">
                <a:latin typeface="Calibri" panose="020F0502020204030204" pitchFamily="34" charset="0"/>
                <a:cs typeface="Calibri" panose="020F0502020204030204" pitchFamily="34" charset="0"/>
                <a:sym typeface="+mn-ea"/>
              </a:endParaRPr>
            </a:p>
            <a:p>
              <a:pPr marL="444500" lvl="2" indent="-351155">
                <a:lnSpc>
                  <a:spcPct val="130000"/>
                </a:lnSpc>
                <a:buFont typeface="Wingdings" panose="05000000000000000000" charset="0"/>
                <a:buChar char="ü"/>
              </a:pPr>
              <a:r>
                <a:rPr lang="en-US" altLang="en-IN" sz="1335" dirty="0" smtClean="0">
                  <a:latin typeface="Calibri" panose="020F0502020204030204" pitchFamily="34" charset="0"/>
                  <a:cs typeface="Calibri" panose="020F0502020204030204" pitchFamily="34" charset="0"/>
                  <a:sym typeface="+mn-ea"/>
                </a:rPr>
                <a:t>Department Master</a:t>
              </a:r>
              <a:endParaRPr lang="en-US" altLang="en-IN" sz="1335" dirty="0" smtClean="0">
                <a:latin typeface="Calibri" panose="020F0502020204030204" pitchFamily="34" charset="0"/>
                <a:cs typeface="Calibri" panose="020F0502020204030204" pitchFamily="34" charset="0"/>
                <a:sym typeface="+mn-ea"/>
              </a:endParaRPr>
            </a:p>
            <a:p>
              <a:pPr marL="444500" lvl="2" indent="-351155">
                <a:lnSpc>
                  <a:spcPct val="130000"/>
                </a:lnSpc>
                <a:buFont typeface="Wingdings" panose="05000000000000000000" charset="0"/>
                <a:buChar char="ü"/>
              </a:pPr>
              <a:r>
                <a:rPr lang="en-US" altLang="en-IN" sz="1335" dirty="0" smtClean="0">
                  <a:latin typeface="Calibri" panose="020F0502020204030204" pitchFamily="34" charset="0"/>
                  <a:cs typeface="Calibri" panose="020F0502020204030204" pitchFamily="34" charset="0"/>
                  <a:sym typeface="+mn-ea"/>
                </a:rPr>
                <a:t>Class Master</a:t>
              </a:r>
              <a:endParaRPr lang="en-US" altLang="en-IN" sz="1335" dirty="0" smtClean="0">
                <a:latin typeface="Calibri" panose="020F0502020204030204" pitchFamily="34" charset="0"/>
                <a:cs typeface="Calibri" panose="020F0502020204030204" pitchFamily="34" charset="0"/>
                <a:sym typeface="+mn-ea"/>
              </a:endParaRPr>
            </a:p>
            <a:p>
              <a:pPr marL="444500" lvl="2" indent="-351155">
                <a:lnSpc>
                  <a:spcPct val="130000"/>
                </a:lnSpc>
                <a:buFont typeface="Wingdings" panose="05000000000000000000" charset="0"/>
                <a:buChar char="ü"/>
              </a:pPr>
              <a:r>
                <a:rPr lang="en-US" altLang="en-IN" sz="1335" dirty="0" smtClean="0">
                  <a:latin typeface="Calibri" panose="020F0502020204030204" pitchFamily="34" charset="0"/>
                  <a:cs typeface="Calibri" panose="020F0502020204030204" pitchFamily="34" charset="0"/>
                  <a:sym typeface="+mn-ea"/>
                </a:rPr>
                <a:t>Product Master</a:t>
              </a:r>
              <a:endParaRPr lang="en-US" altLang="en-IN" sz="1335" dirty="0" smtClean="0">
                <a:latin typeface="Calibri" panose="020F0502020204030204" pitchFamily="34" charset="0"/>
                <a:cs typeface="Calibri" panose="020F0502020204030204" pitchFamily="34" charset="0"/>
                <a:sym typeface="+mn-ea"/>
              </a:endParaRPr>
            </a:p>
            <a:p>
              <a:pPr marL="444500" lvl="2" indent="-351155">
                <a:lnSpc>
                  <a:spcPct val="130000"/>
                </a:lnSpc>
                <a:buFont typeface="Wingdings" panose="05000000000000000000" charset="0"/>
                <a:buChar char="ü"/>
              </a:pPr>
              <a:r>
                <a:rPr lang="en-US" altLang="en-IN" sz="1335" dirty="0" smtClean="0">
                  <a:latin typeface="Calibri" panose="020F0502020204030204" pitchFamily="34" charset="0"/>
                  <a:cs typeface="Calibri" panose="020F0502020204030204" pitchFamily="34" charset="0"/>
                  <a:sym typeface="+mn-ea"/>
                </a:rPr>
                <a:t>Currency Master</a:t>
              </a:r>
              <a:endParaRPr lang="en-US" altLang="en-IN" sz="1335" dirty="0" smtClean="0">
                <a:latin typeface="Calibri" panose="020F0502020204030204" pitchFamily="34" charset="0"/>
                <a:cs typeface="Calibri" panose="020F0502020204030204" pitchFamily="34" charset="0"/>
                <a:sym typeface="+mn-ea"/>
              </a:endParaRPr>
            </a:p>
            <a:p>
              <a:pPr marL="444500" lvl="2" indent="-351155">
                <a:lnSpc>
                  <a:spcPct val="130000"/>
                </a:lnSpc>
                <a:buFont typeface="Wingdings" panose="05000000000000000000" charset="0"/>
                <a:buChar char="ü"/>
              </a:pPr>
              <a:r>
                <a:rPr lang="en-US" altLang="en-IN" sz="1335" dirty="0" smtClean="0">
                  <a:latin typeface="Calibri" panose="020F0502020204030204" pitchFamily="34" charset="0"/>
                  <a:cs typeface="Calibri" panose="020F0502020204030204" pitchFamily="34" charset="0"/>
                  <a:sym typeface="+mn-ea"/>
                </a:rPr>
                <a:t>Exchange Master</a:t>
              </a:r>
              <a:endParaRPr lang="en-US" altLang="en-IN" sz="1335" dirty="0" smtClean="0">
                <a:latin typeface="Calibri" panose="020F0502020204030204" pitchFamily="34" charset="0"/>
                <a:cs typeface="Calibri" panose="020F0502020204030204" pitchFamily="34" charset="0"/>
                <a:sym typeface="+mn-ea"/>
              </a:endParaRPr>
            </a:p>
            <a:p>
              <a:pPr marL="444500" lvl="2" indent="-351155">
                <a:lnSpc>
                  <a:spcPct val="130000"/>
                </a:lnSpc>
                <a:buFont typeface="Wingdings" panose="05000000000000000000" charset="0"/>
                <a:buChar char="ü"/>
              </a:pPr>
              <a:r>
                <a:rPr lang="en-US" altLang="en-IN" sz="1335" dirty="0" smtClean="0">
                  <a:latin typeface="Calibri" panose="020F0502020204030204" pitchFamily="34" charset="0"/>
                  <a:cs typeface="Calibri" panose="020F0502020204030204" pitchFamily="34" charset="0"/>
                  <a:sym typeface="+mn-ea"/>
                </a:rPr>
                <a:t>User Profile</a:t>
              </a:r>
              <a:endParaRPr lang="en-US" altLang="en-IN" sz="1335" dirty="0" smtClean="0">
                <a:latin typeface="Calibri" panose="020F0502020204030204" pitchFamily="34" charset="0"/>
                <a:cs typeface="Calibri" panose="020F0502020204030204" pitchFamily="34" charset="0"/>
                <a:sym typeface="+mn-ea"/>
              </a:endParaRPr>
            </a:p>
            <a:p>
              <a:pPr marL="444500" lvl="2" indent="-351155">
                <a:lnSpc>
                  <a:spcPct val="130000"/>
                </a:lnSpc>
                <a:buFont typeface="Wingdings" panose="05000000000000000000" charset="0"/>
                <a:buChar char="ü"/>
              </a:pPr>
              <a:r>
                <a:rPr lang="en-US" altLang="en-IN" sz="1335" dirty="0" smtClean="0">
                  <a:latin typeface="Calibri" panose="020F0502020204030204" pitchFamily="34" charset="0"/>
                  <a:cs typeface="Calibri" panose="020F0502020204030204" pitchFamily="34" charset="0"/>
                  <a:sym typeface="+mn-ea"/>
                </a:rPr>
                <a:t>User Authorization and</a:t>
              </a:r>
              <a:endParaRPr lang="en-US" altLang="en-IN" sz="1335" dirty="0" smtClean="0">
                <a:latin typeface="Calibri" panose="020F0502020204030204" pitchFamily="34" charset="0"/>
                <a:cs typeface="Calibri" panose="020F0502020204030204" pitchFamily="34" charset="0"/>
                <a:sym typeface="+mn-ea"/>
              </a:endParaRPr>
            </a:p>
            <a:p>
              <a:pPr marL="444500" lvl="2" indent="-351155">
                <a:lnSpc>
                  <a:spcPct val="130000"/>
                </a:lnSpc>
                <a:buFont typeface="Wingdings" panose="05000000000000000000" charset="0"/>
                <a:buChar char="ü"/>
              </a:pPr>
              <a:r>
                <a:rPr lang="en-US" altLang="en-IN" sz="1335" dirty="0" smtClean="0">
                  <a:latin typeface="Calibri" panose="020F0502020204030204" pitchFamily="34" charset="0"/>
                  <a:cs typeface="Calibri" panose="020F0502020204030204" pitchFamily="34" charset="0"/>
                  <a:sym typeface="+mn-ea"/>
                </a:rPr>
                <a:t>Entity Master (RI related)</a:t>
              </a:r>
              <a:endParaRPr lang="en-US" altLang="en-IN" sz="1335" dirty="0" smtClean="0">
                <a:latin typeface="Calibri" panose="020F0502020204030204" pitchFamily="34" charset="0"/>
                <a:cs typeface="Calibri" panose="020F0502020204030204" pitchFamily="34" charset="0"/>
                <a:sym typeface="+mn-ea"/>
              </a:endParaRPr>
            </a:p>
            <a:p>
              <a:pPr marL="444500" lvl="2" indent="-351155">
                <a:lnSpc>
                  <a:spcPct val="130000"/>
                </a:lnSpc>
                <a:buFont typeface="Wingdings" panose="05000000000000000000" charset="0"/>
                <a:buChar char="ü"/>
              </a:pPr>
              <a:r>
                <a:rPr lang="en-US" altLang="en-IN" sz="1335" dirty="0" smtClean="0">
                  <a:latin typeface="Calibri" panose="020F0502020204030204" pitchFamily="34" charset="0"/>
                  <a:cs typeface="Calibri" panose="020F0502020204030204" pitchFamily="34" charset="0"/>
                  <a:sym typeface="+mn-ea"/>
                </a:rPr>
                <a:t>Address and Location Master</a:t>
              </a:r>
              <a:endParaRPr lang="en-US" altLang="en-IN" sz="1335" dirty="0" smtClean="0">
                <a:latin typeface="Calibri" panose="020F0502020204030204" pitchFamily="34" charset="0"/>
                <a:cs typeface="Calibri" panose="020F0502020204030204" pitchFamily="34" charset="0"/>
                <a:sym typeface="+mn-ea"/>
              </a:endParaRPr>
            </a:p>
            <a:p>
              <a:pPr marL="363855" lvl="2" indent="-269875">
                <a:lnSpc>
                  <a:spcPct val="130000"/>
                </a:lnSpc>
                <a:buFont typeface="Wingdings" panose="05000000000000000000" charset="0"/>
                <a:buChar char="ü"/>
              </a:pPr>
              <a:r>
                <a:rPr lang="en-US" altLang="en-IN" sz="1335" dirty="0" smtClean="0">
                  <a:latin typeface="Calibri" panose="020F0502020204030204" pitchFamily="34" charset="0"/>
                  <a:cs typeface="Calibri" panose="020F0502020204030204" pitchFamily="34" charset="0"/>
                  <a:sym typeface="+mn-ea"/>
                </a:rPr>
                <a:t>Codes Master (Common codes reference from RI &amp; Other modules and Parameters)</a:t>
              </a:r>
              <a:endParaRPr lang="en-US" altLang="en-IN" sz="1335" dirty="0" smtClean="0">
                <a:latin typeface="Calibri" panose="020F0502020204030204" pitchFamily="34" charset="0"/>
                <a:cs typeface="Calibri" panose="020F0502020204030204" pitchFamily="34" charset="0"/>
                <a:sym typeface="+mn-ea"/>
              </a:endParaRPr>
            </a:p>
          </p:txBody>
        </p: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69131" y="48768"/>
            <a:ext cx="6038683" cy="382289"/>
          </a:xfrm>
        </p:spPr>
        <p:txBody>
          <a:bodyPr>
            <a:normAutofit fontScale="90000"/>
          </a:bodyPr>
          <a:lstStyle/>
          <a:p>
            <a:r>
              <a:rPr lang="en-US" dirty="0" smtClean="0"/>
              <a:t>RI Integration</a:t>
            </a:r>
            <a:endParaRPr lang="en-US" dirty="0"/>
          </a:p>
        </p:txBody>
      </p:sp>
      <p:grpSp>
        <p:nvGrpSpPr>
          <p:cNvPr id="2" name="Group 1"/>
          <p:cNvGrpSpPr/>
          <p:nvPr/>
        </p:nvGrpSpPr>
        <p:grpSpPr>
          <a:xfrm>
            <a:off x="194704" y="427224"/>
            <a:ext cx="11580439" cy="5895975"/>
            <a:chOff x="194704" y="427224"/>
            <a:chExt cx="11580439" cy="5895975"/>
          </a:xfrm>
        </p:grpSpPr>
        <p:pic>
          <p:nvPicPr>
            <p:cNvPr id="4" name="Picture 3"/>
            <p:cNvPicPr>
              <a:picLocks noChangeAspect="1"/>
            </p:cNvPicPr>
            <p:nvPr/>
          </p:nvPicPr>
          <p:blipFill rotWithShape="1">
            <a:blip r:embed="rId1"/>
            <a:srcRect l="-1" r="42713"/>
            <a:stretch>
              <a:fillRect/>
            </a:stretch>
          </p:blipFill>
          <p:spPr>
            <a:xfrm>
              <a:off x="194704" y="427224"/>
              <a:ext cx="7470120" cy="5895975"/>
            </a:xfrm>
            <a:prstGeom prst="rect">
              <a:avLst/>
            </a:prstGeom>
          </p:spPr>
        </p:pic>
        <p:sp>
          <p:nvSpPr>
            <p:cNvPr id="7" name="Rectangle 6"/>
            <p:cNvSpPr/>
            <p:nvPr/>
          </p:nvSpPr>
          <p:spPr>
            <a:xfrm>
              <a:off x="7732061" y="2057399"/>
              <a:ext cx="3948954" cy="2433916"/>
            </a:xfrm>
            <a:prstGeom prst="rect">
              <a:avLst/>
            </a:prstGeom>
            <a:noFill/>
            <a:ln>
              <a:solidFill>
                <a:srgbClr val="6BA4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p:cNvSpPr/>
            <p:nvPr/>
          </p:nvSpPr>
          <p:spPr>
            <a:xfrm>
              <a:off x="9090214" y="1304362"/>
              <a:ext cx="1264024" cy="1181252"/>
            </a:xfrm>
            <a:prstGeom prst="ellipse">
              <a:avLst/>
            </a:prstGeom>
            <a:solidFill>
              <a:srgbClr val="6BA42C"/>
            </a:solidFill>
            <a:ln>
              <a:solidFill>
                <a:srgbClr val="6BA4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p:cNvSpPr/>
            <p:nvPr/>
          </p:nvSpPr>
          <p:spPr>
            <a:xfrm>
              <a:off x="7682865" y="3125515"/>
              <a:ext cx="4092278" cy="626454"/>
            </a:xfrm>
            <a:prstGeom prst="rect">
              <a:avLst/>
            </a:prstGeom>
          </p:spPr>
          <p:txBody>
            <a:bodyPr wrap="square">
              <a:spAutoFit/>
            </a:bodyPr>
            <a:lstStyle/>
            <a:p>
              <a:pPr>
                <a:lnSpc>
                  <a:spcPct val="130000"/>
                </a:lnSpc>
              </a:pPr>
              <a:r>
                <a:rPr lang="en-US" altLang="en-IN" sz="1335" dirty="0" smtClean="0">
                  <a:latin typeface="Calibri" panose="020F0502020204030204" pitchFamily="34" charset="0"/>
                  <a:cs typeface="Calibri" panose="020F0502020204030204" pitchFamily="34" charset="0"/>
                  <a:sym typeface="+mn-ea"/>
                </a:rPr>
                <a:t>Maintaining RI related codes, parameters and document number generation setup</a:t>
              </a:r>
              <a:endParaRPr lang="en-US" altLang="en-IN" sz="1335" dirty="0" smtClean="0">
                <a:latin typeface="Calibri" panose="020F0502020204030204" pitchFamily="34" charset="0"/>
                <a:cs typeface="Calibri" panose="020F0502020204030204" pitchFamily="34" charset="0"/>
                <a:sym typeface="+mn-ea"/>
              </a:endParaRPr>
            </a:p>
          </p:txBody>
        </p:sp>
        <p:sp>
          <p:nvSpPr>
            <p:cNvPr id="10" name="TextBox 9"/>
            <p:cNvSpPr txBox="1"/>
            <p:nvPr/>
          </p:nvSpPr>
          <p:spPr>
            <a:xfrm>
              <a:off x="8637497" y="2682504"/>
              <a:ext cx="2057400" cy="338554"/>
            </a:xfrm>
            <a:prstGeom prst="rect">
              <a:avLst/>
            </a:prstGeom>
            <a:noFill/>
          </p:spPr>
          <p:txBody>
            <a:bodyPr wrap="square" rtlCol="0">
              <a:spAutoFit/>
            </a:bodyPr>
            <a:lstStyle/>
            <a:p>
              <a:pPr algn="ctr"/>
              <a:r>
                <a:rPr lang="en-US" sz="1600" b="1" dirty="0" smtClean="0">
                  <a:solidFill>
                    <a:srgbClr val="6BA42C"/>
                  </a:solidFill>
                </a:rPr>
                <a:t>Code &amp; Parameters</a:t>
              </a:r>
              <a:endParaRPr lang="en-IN" b="1" dirty="0">
                <a:solidFill>
                  <a:srgbClr val="6BA42C"/>
                </a:solidFill>
              </a:endParaRPr>
            </a:p>
          </p:txBody>
        </p:sp>
        <p:pic>
          <p:nvPicPr>
            <p:cNvPr id="11" name="Picture 10"/>
            <p:cNvPicPr>
              <a:picLocks noChangeAspect="1"/>
            </p:cNvPicPr>
            <p:nvPr/>
          </p:nvPicPr>
          <p:blipFill>
            <a:blip r:embed="rId2"/>
            <a:stretch>
              <a:fillRect/>
            </a:stretch>
          </p:blipFill>
          <p:spPr>
            <a:xfrm>
              <a:off x="9402757" y="1577021"/>
              <a:ext cx="662709" cy="635933"/>
            </a:xfrm>
            <a:prstGeom prst="ellipse">
              <a:avLst/>
            </a:prstGeom>
          </p:spPr>
        </p:pic>
        <p:sp>
          <p:nvSpPr>
            <p:cNvPr id="12" name="TextBox 11"/>
            <p:cNvSpPr txBox="1"/>
            <p:nvPr/>
          </p:nvSpPr>
          <p:spPr>
            <a:xfrm>
              <a:off x="3536583" y="2854370"/>
              <a:ext cx="1483804" cy="369332"/>
            </a:xfrm>
            <a:prstGeom prst="rect">
              <a:avLst/>
            </a:prstGeom>
            <a:noFill/>
          </p:spPr>
          <p:txBody>
            <a:bodyPr wrap="none" rtlCol="0">
              <a:spAutoFit/>
            </a:bodyPr>
            <a:lstStyle/>
            <a:p>
              <a:r>
                <a:rPr lang="en-US" b="1" dirty="0" smtClean="0">
                  <a:solidFill>
                    <a:schemeClr val="accent5">
                      <a:lumMod val="50000"/>
                    </a:schemeClr>
                  </a:solidFill>
                </a:rPr>
                <a:t>RI Integration</a:t>
              </a:r>
              <a:endParaRPr lang="en-IN" b="1" dirty="0">
                <a:solidFill>
                  <a:schemeClr val="accent5">
                    <a:lumMod val="50000"/>
                  </a:schemeClr>
                </a:solidFill>
              </a:endParaRPr>
            </a:p>
          </p:txBody>
        </p:sp>
        <p:pic>
          <p:nvPicPr>
            <p:cNvPr id="13" name="Picture 12"/>
            <p:cNvPicPr>
              <a:picLocks noChangeAspect="1"/>
            </p:cNvPicPr>
            <p:nvPr/>
          </p:nvPicPr>
          <p:blipFill>
            <a:blip r:embed="rId3"/>
            <a:stretch>
              <a:fillRect/>
            </a:stretch>
          </p:blipFill>
          <p:spPr>
            <a:xfrm>
              <a:off x="3969968" y="3254190"/>
              <a:ext cx="617034" cy="614082"/>
            </a:xfrm>
            <a:prstGeom prst="rect">
              <a:avLst/>
            </a:prstGeom>
          </p:spPr>
        </p:pic>
        <p:sp>
          <p:nvSpPr>
            <p:cNvPr id="14" name="TextBox 13"/>
            <p:cNvSpPr txBox="1"/>
            <p:nvPr/>
          </p:nvSpPr>
          <p:spPr>
            <a:xfrm>
              <a:off x="3791124" y="1020250"/>
              <a:ext cx="868251" cy="338554"/>
            </a:xfrm>
            <a:prstGeom prst="rect">
              <a:avLst/>
            </a:prstGeom>
            <a:noFill/>
          </p:spPr>
          <p:txBody>
            <a:bodyPr wrap="none" rtlCol="0">
              <a:spAutoFit/>
            </a:bodyPr>
            <a:lstStyle/>
            <a:p>
              <a:r>
                <a:rPr lang="en-US" sz="1600" b="1" dirty="0" smtClean="0">
                  <a:solidFill>
                    <a:srgbClr val="008AC1"/>
                  </a:solidFill>
                </a:rPr>
                <a:t>Masters</a:t>
              </a:r>
              <a:endParaRPr lang="en-IN" b="1" dirty="0">
                <a:solidFill>
                  <a:srgbClr val="008AC1"/>
                </a:solidFill>
              </a:endParaRPr>
            </a:p>
          </p:txBody>
        </p:sp>
        <p:sp>
          <p:nvSpPr>
            <p:cNvPr id="15" name="TextBox 14"/>
            <p:cNvSpPr txBox="1"/>
            <p:nvPr/>
          </p:nvSpPr>
          <p:spPr>
            <a:xfrm>
              <a:off x="5485490" y="1799481"/>
              <a:ext cx="1152367" cy="830997"/>
            </a:xfrm>
            <a:prstGeom prst="rect">
              <a:avLst/>
            </a:prstGeom>
            <a:noFill/>
          </p:spPr>
          <p:txBody>
            <a:bodyPr wrap="none" rtlCol="0">
              <a:spAutoFit/>
            </a:bodyPr>
            <a:lstStyle/>
            <a:p>
              <a:pPr algn="ctr"/>
              <a:r>
                <a:rPr lang="en-US" sz="1600" b="1" dirty="0" smtClean="0">
                  <a:solidFill>
                    <a:srgbClr val="6BA42C"/>
                  </a:solidFill>
                </a:rPr>
                <a:t>Code </a:t>
              </a:r>
              <a:endParaRPr lang="en-US" sz="1600" b="1" dirty="0" smtClean="0">
                <a:solidFill>
                  <a:srgbClr val="6BA42C"/>
                </a:solidFill>
              </a:endParaRPr>
            </a:p>
            <a:p>
              <a:pPr algn="ctr"/>
              <a:r>
                <a:rPr lang="en-US" sz="1600" b="1" dirty="0" smtClean="0">
                  <a:solidFill>
                    <a:srgbClr val="6BA42C"/>
                  </a:solidFill>
                </a:rPr>
                <a:t>&amp; </a:t>
              </a:r>
              <a:endParaRPr lang="en-US" sz="1600" b="1" dirty="0" smtClean="0">
                <a:solidFill>
                  <a:srgbClr val="6BA42C"/>
                </a:solidFill>
              </a:endParaRPr>
            </a:p>
            <a:p>
              <a:pPr algn="ctr"/>
              <a:r>
                <a:rPr lang="en-US" sz="1600" b="1" dirty="0" smtClean="0">
                  <a:solidFill>
                    <a:srgbClr val="6BA42C"/>
                  </a:solidFill>
                </a:rPr>
                <a:t>Parameters</a:t>
              </a:r>
              <a:endParaRPr lang="en-IN" b="1" dirty="0">
                <a:solidFill>
                  <a:srgbClr val="6BA42C"/>
                </a:solidFill>
              </a:endParaRPr>
            </a:p>
          </p:txBody>
        </p:sp>
        <p:sp>
          <p:nvSpPr>
            <p:cNvPr id="16" name="TextBox 15"/>
            <p:cNvSpPr txBox="1"/>
            <p:nvPr/>
          </p:nvSpPr>
          <p:spPr>
            <a:xfrm>
              <a:off x="5622193" y="4131981"/>
              <a:ext cx="878960" cy="338554"/>
            </a:xfrm>
            <a:prstGeom prst="rect">
              <a:avLst/>
            </a:prstGeom>
            <a:noFill/>
          </p:spPr>
          <p:txBody>
            <a:bodyPr wrap="none" rtlCol="0">
              <a:spAutoFit/>
            </a:bodyPr>
            <a:lstStyle/>
            <a:p>
              <a:pPr algn="ctr"/>
              <a:r>
                <a:rPr lang="en-US" sz="1600" b="1" dirty="0" smtClean="0">
                  <a:solidFill>
                    <a:srgbClr val="7030A0"/>
                  </a:solidFill>
                </a:rPr>
                <a:t>Services</a:t>
              </a:r>
              <a:endParaRPr lang="en-IN" b="1" dirty="0">
                <a:solidFill>
                  <a:srgbClr val="7030A0"/>
                </a:solidFill>
              </a:endParaRPr>
            </a:p>
          </p:txBody>
        </p:sp>
        <p:sp>
          <p:nvSpPr>
            <p:cNvPr id="17" name="TextBox 16"/>
            <p:cNvSpPr txBox="1"/>
            <p:nvPr/>
          </p:nvSpPr>
          <p:spPr>
            <a:xfrm>
              <a:off x="3901525" y="5198781"/>
              <a:ext cx="620556" cy="338554"/>
            </a:xfrm>
            <a:prstGeom prst="rect">
              <a:avLst/>
            </a:prstGeom>
            <a:noFill/>
          </p:spPr>
          <p:txBody>
            <a:bodyPr wrap="none" rtlCol="0">
              <a:spAutoFit/>
            </a:bodyPr>
            <a:lstStyle/>
            <a:p>
              <a:pPr algn="ctr"/>
              <a:r>
                <a:rPr lang="en-US" sz="1600" b="1" dirty="0" smtClean="0">
                  <a:solidFill>
                    <a:srgbClr val="E1721F"/>
                  </a:solidFill>
                </a:rPr>
                <a:t>Tools</a:t>
              </a:r>
              <a:endParaRPr lang="en-IN" b="1" dirty="0">
                <a:solidFill>
                  <a:srgbClr val="E1721F"/>
                </a:solidFill>
              </a:endParaRPr>
            </a:p>
          </p:txBody>
        </p:sp>
        <p:sp>
          <p:nvSpPr>
            <p:cNvPr id="18" name="TextBox 17"/>
            <p:cNvSpPr txBox="1"/>
            <p:nvPr/>
          </p:nvSpPr>
          <p:spPr>
            <a:xfrm>
              <a:off x="1824485" y="3868272"/>
              <a:ext cx="1126013" cy="830997"/>
            </a:xfrm>
            <a:prstGeom prst="rect">
              <a:avLst/>
            </a:prstGeom>
            <a:noFill/>
          </p:spPr>
          <p:txBody>
            <a:bodyPr wrap="none" rtlCol="0">
              <a:spAutoFit/>
            </a:bodyPr>
            <a:lstStyle/>
            <a:p>
              <a:pPr algn="ctr"/>
              <a:r>
                <a:rPr lang="en-US" sz="1600" b="1" dirty="0" smtClean="0">
                  <a:solidFill>
                    <a:srgbClr val="D42C98"/>
                  </a:solidFill>
                </a:rPr>
                <a:t>Other </a:t>
              </a:r>
              <a:endParaRPr lang="en-US" sz="1600" b="1" dirty="0" smtClean="0">
                <a:solidFill>
                  <a:srgbClr val="D42C98"/>
                </a:solidFill>
              </a:endParaRPr>
            </a:p>
            <a:p>
              <a:pPr algn="ctr"/>
              <a:r>
                <a:rPr lang="en-US" sz="1600" b="1" dirty="0" smtClean="0">
                  <a:solidFill>
                    <a:srgbClr val="D42C98"/>
                  </a:solidFill>
                </a:rPr>
                <a:t>Modules </a:t>
              </a:r>
              <a:endParaRPr lang="en-US" sz="1600" b="1" dirty="0" smtClean="0">
                <a:solidFill>
                  <a:srgbClr val="D42C98"/>
                </a:solidFill>
              </a:endParaRPr>
            </a:p>
            <a:p>
              <a:pPr algn="ctr"/>
              <a:r>
                <a:rPr lang="en-US" sz="1600" b="1" dirty="0" smtClean="0">
                  <a:solidFill>
                    <a:srgbClr val="D42C98"/>
                  </a:solidFill>
                </a:rPr>
                <a:t>Integration</a:t>
              </a:r>
              <a:endParaRPr lang="en-IN" b="1" dirty="0">
                <a:solidFill>
                  <a:srgbClr val="D42C98"/>
                </a:solidFill>
              </a:endParaRPr>
            </a:p>
          </p:txBody>
        </p:sp>
        <p:sp>
          <p:nvSpPr>
            <p:cNvPr id="19" name="TextBox 18"/>
            <p:cNvSpPr txBox="1"/>
            <p:nvPr/>
          </p:nvSpPr>
          <p:spPr>
            <a:xfrm>
              <a:off x="1824485" y="1922591"/>
              <a:ext cx="1126013" cy="584775"/>
            </a:xfrm>
            <a:prstGeom prst="rect">
              <a:avLst/>
            </a:prstGeom>
            <a:noFill/>
          </p:spPr>
          <p:txBody>
            <a:bodyPr wrap="none" rtlCol="0">
              <a:spAutoFit/>
            </a:bodyPr>
            <a:lstStyle/>
            <a:p>
              <a:pPr algn="ctr"/>
              <a:r>
                <a:rPr lang="en-US" sz="1600" b="1" dirty="0" smtClean="0">
                  <a:solidFill>
                    <a:srgbClr val="BF393B"/>
                  </a:solidFill>
                </a:rPr>
                <a:t>External </a:t>
              </a:r>
              <a:endParaRPr lang="en-US" sz="1600" b="1" dirty="0" smtClean="0">
                <a:solidFill>
                  <a:srgbClr val="BF393B"/>
                </a:solidFill>
              </a:endParaRPr>
            </a:p>
            <a:p>
              <a:pPr algn="ctr"/>
              <a:r>
                <a:rPr lang="en-US" sz="1600" b="1" dirty="0" smtClean="0">
                  <a:solidFill>
                    <a:srgbClr val="BF393B"/>
                  </a:solidFill>
                </a:rPr>
                <a:t>Integration</a:t>
              </a:r>
              <a:endParaRPr lang="en-IN" b="1" dirty="0">
                <a:solidFill>
                  <a:srgbClr val="BF393B"/>
                </a:solidFill>
              </a:endParaRPr>
            </a:p>
          </p:txBody>
        </p: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42238" y="123679"/>
            <a:ext cx="6038683" cy="382289"/>
          </a:xfrm>
        </p:spPr>
        <p:txBody>
          <a:bodyPr>
            <a:normAutofit fontScale="90000"/>
          </a:bodyPr>
          <a:lstStyle/>
          <a:p>
            <a:r>
              <a:rPr lang="en-US" dirty="0" smtClean="0"/>
              <a:t>RI Integration</a:t>
            </a:r>
            <a:endParaRPr lang="en-US" dirty="0"/>
          </a:p>
        </p:txBody>
      </p:sp>
      <p:grpSp>
        <p:nvGrpSpPr>
          <p:cNvPr id="2" name="Group 1"/>
          <p:cNvGrpSpPr/>
          <p:nvPr/>
        </p:nvGrpSpPr>
        <p:grpSpPr>
          <a:xfrm>
            <a:off x="261938" y="548246"/>
            <a:ext cx="11419077" cy="5895975"/>
            <a:chOff x="261938" y="548246"/>
            <a:chExt cx="11419077" cy="5895975"/>
          </a:xfrm>
        </p:grpSpPr>
        <p:pic>
          <p:nvPicPr>
            <p:cNvPr id="6" name="Picture 5"/>
            <p:cNvPicPr>
              <a:picLocks noChangeAspect="1"/>
            </p:cNvPicPr>
            <p:nvPr/>
          </p:nvPicPr>
          <p:blipFill rotWithShape="1">
            <a:blip r:embed="rId1"/>
            <a:srcRect l="-1" r="45910"/>
            <a:stretch>
              <a:fillRect/>
            </a:stretch>
          </p:blipFill>
          <p:spPr>
            <a:xfrm>
              <a:off x="261938" y="548246"/>
              <a:ext cx="7053262" cy="5895975"/>
            </a:xfrm>
            <a:prstGeom prst="rect">
              <a:avLst/>
            </a:prstGeom>
          </p:spPr>
        </p:pic>
        <p:sp>
          <p:nvSpPr>
            <p:cNvPr id="7" name="TextBox 6"/>
            <p:cNvSpPr txBox="1"/>
            <p:nvPr/>
          </p:nvSpPr>
          <p:spPr>
            <a:xfrm>
              <a:off x="3617265" y="3056075"/>
              <a:ext cx="1483804" cy="369332"/>
            </a:xfrm>
            <a:prstGeom prst="rect">
              <a:avLst/>
            </a:prstGeom>
            <a:noFill/>
          </p:spPr>
          <p:txBody>
            <a:bodyPr wrap="none" rtlCol="0">
              <a:spAutoFit/>
            </a:bodyPr>
            <a:lstStyle/>
            <a:p>
              <a:r>
                <a:rPr lang="en-US" b="1" dirty="0" smtClean="0">
                  <a:solidFill>
                    <a:schemeClr val="accent5">
                      <a:lumMod val="50000"/>
                    </a:schemeClr>
                  </a:solidFill>
                </a:rPr>
                <a:t>RI Integration</a:t>
              </a:r>
              <a:endParaRPr lang="en-IN" b="1" dirty="0">
                <a:solidFill>
                  <a:schemeClr val="accent5">
                    <a:lumMod val="50000"/>
                  </a:schemeClr>
                </a:solidFill>
              </a:endParaRPr>
            </a:p>
          </p:txBody>
        </p:sp>
        <p:pic>
          <p:nvPicPr>
            <p:cNvPr id="8" name="Picture 7"/>
            <p:cNvPicPr>
              <a:picLocks noChangeAspect="1"/>
            </p:cNvPicPr>
            <p:nvPr/>
          </p:nvPicPr>
          <p:blipFill>
            <a:blip r:embed="rId2"/>
            <a:stretch>
              <a:fillRect/>
            </a:stretch>
          </p:blipFill>
          <p:spPr>
            <a:xfrm>
              <a:off x="4050650" y="3455895"/>
              <a:ext cx="617034" cy="614082"/>
            </a:xfrm>
            <a:prstGeom prst="rect">
              <a:avLst/>
            </a:prstGeom>
          </p:spPr>
        </p:pic>
        <p:sp>
          <p:nvSpPr>
            <p:cNvPr id="9" name="TextBox 8"/>
            <p:cNvSpPr txBox="1"/>
            <p:nvPr/>
          </p:nvSpPr>
          <p:spPr>
            <a:xfrm>
              <a:off x="3858359" y="1141273"/>
              <a:ext cx="868251" cy="338554"/>
            </a:xfrm>
            <a:prstGeom prst="rect">
              <a:avLst/>
            </a:prstGeom>
            <a:noFill/>
          </p:spPr>
          <p:txBody>
            <a:bodyPr wrap="none" rtlCol="0">
              <a:spAutoFit/>
            </a:bodyPr>
            <a:lstStyle/>
            <a:p>
              <a:r>
                <a:rPr lang="en-US" sz="1600" b="1" dirty="0" smtClean="0">
                  <a:solidFill>
                    <a:srgbClr val="008AC1"/>
                  </a:solidFill>
                </a:rPr>
                <a:t>Masters</a:t>
              </a:r>
              <a:endParaRPr lang="en-IN" b="1" dirty="0">
                <a:solidFill>
                  <a:srgbClr val="008AC1"/>
                </a:solidFill>
              </a:endParaRPr>
            </a:p>
          </p:txBody>
        </p:sp>
        <p:sp>
          <p:nvSpPr>
            <p:cNvPr id="10" name="TextBox 9"/>
            <p:cNvSpPr txBox="1"/>
            <p:nvPr/>
          </p:nvSpPr>
          <p:spPr>
            <a:xfrm>
              <a:off x="5566172" y="2001186"/>
              <a:ext cx="1152367" cy="830997"/>
            </a:xfrm>
            <a:prstGeom prst="rect">
              <a:avLst/>
            </a:prstGeom>
            <a:noFill/>
          </p:spPr>
          <p:txBody>
            <a:bodyPr wrap="none" rtlCol="0">
              <a:spAutoFit/>
            </a:bodyPr>
            <a:lstStyle/>
            <a:p>
              <a:pPr algn="ctr"/>
              <a:r>
                <a:rPr lang="en-US" sz="1600" b="1" dirty="0" smtClean="0">
                  <a:solidFill>
                    <a:srgbClr val="6BA42C"/>
                  </a:solidFill>
                </a:rPr>
                <a:t>Code </a:t>
              </a:r>
              <a:endParaRPr lang="en-US" sz="1600" b="1" dirty="0" smtClean="0">
                <a:solidFill>
                  <a:srgbClr val="6BA42C"/>
                </a:solidFill>
              </a:endParaRPr>
            </a:p>
            <a:p>
              <a:pPr algn="ctr"/>
              <a:r>
                <a:rPr lang="en-US" sz="1600" b="1" dirty="0" smtClean="0">
                  <a:solidFill>
                    <a:srgbClr val="6BA42C"/>
                  </a:solidFill>
                </a:rPr>
                <a:t>&amp; </a:t>
              </a:r>
              <a:endParaRPr lang="en-US" sz="1600" b="1" dirty="0" smtClean="0">
                <a:solidFill>
                  <a:srgbClr val="6BA42C"/>
                </a:solidFill>
              </a:endParaRPr>
            </a:p>
            <a:p>
              <a:pPr algn="ctr"/>
              <a:r>
                <a:rPr lang="en-US" sz="1600" b="1" dirty="0" smtClean="0">
                  <a:solidFill>
                    <a:srgbClr val="6BA42C"/>
                  </a:solidFill>
                </a:rPr>
                <a:t>Parameters</a:t>
              </a:r>
              <a:endParaRPr lang="en-IN" b="1" dirty="0">
                <a:solidFill>
                  <a:srgbClr val="6BA42C"/>
                </a:solidFill>
              </a:endParaRPr>
            </a:p>
          </p:txBody>
        </p:sp>
        <p:sp>
          <p:nvSpPr>
            <p:cNvPr id="11" name="TextBox 10"/>
            <p:cNvSpPr txBox="1"/>
            <p:nvPr/>
          </p:nvSpPr>
          <p:spPr>
            <a:xfrm>
              <a:off x="5702875" y="4333686"/>
              <a:ext cx="878960" cy="338554"/>
            </a:xfrm>
            <a:prstGeom prst="rect">
              <a:avLst/>
            </a:prstGeom>
            <a:noFill/>
          </p:spPr>
          <p:txBody>
            <a:bodyPr wrap="none" rtlCol="0">
              <a:spAutoFit/>
            </a:bodyPr>
            <a:lstStyle/>
            <a:p>
              <a:pPr algn="ctr"/>
              <a:r>
                <a:rPr lang="en-US" sz="1600" b="1" dirty="0" smtClean="0">
                  <a:solidFill>
                    <a:srgbClr val="7030A0"/>
                  </a:solidFill>
                </a:rPr>
                <a:t>Services</a:t>
              </a:r>
              <a:endParaRPr lang="en-IN" b="1" dirty="0">
                <a:solidFill>
                  <a:srgbClr val="7030A0"/>
                </a:solidFill>
              </a:endParaRPr>
            </a:p>
          </p:txBody>
        </p:sp>
        <p:sp>
          <p:nvSpPr>
            <p:cNvPr id="12" name="TextBox 11"/>
            <p:cNvSpPr txBox="1"/>
            <p:nvPr/>
          </p:nvSpPr>
          <p:spPr>
            <a:xfrm>
              <a:off x="3982207" y="5400486"/>
              <a:ext cx="620556" cy="338554"/>
            </a:xfrm>
            <a:prstGeom prst="rect">
              <a:avLst/>
            </a:prstGeom>
            <a:noFill/>
          </p:spPr>
          <p:txBody>
            <a:bodyPr wrap="none" rtlCol="0">
              <a:spAutoFit/>
            </a:bodyPr>
            <a:lstStyle/>
            <a:p>
              <a:pPr algn="ctr"/>
              <a:r>
                <a:rPr lang="en-US" sz="1600" b="1" dirty="0" smtClean="0">
                  <a:solidFill>
                    <a:srgbClr val="E1721F"/>
                  </a:solidFill>
                </a:rPr>
                <a:t>Tools</a:t>
              </a:r>
              <a:endParaRPr lang="en-IN" b="1" dirty="0">
                <a:solidFill>
                  <a:srgbClr val="E1721F"/>
                </a:solidFill>
              </a:endParaRPr>
            </a:p>
          </p:txBody>
        </p:sp>
        <p:sp>
          <p:nvSpPr>
            <p:cNvPr id="13" name="TextBox 12"/>
            <p:cNvSpPr txBox="1"/>
            <p:nvPr/>
          </p:nvSpPr>
          <p:spPr>
            <a:xfrm>
              <a:off x="1905167" y="4069977"/>
              <a:ext cx="1126013" cy="830997"/>
            </a:xfrm>
            <a:prstGeom prst="rect">
              <a:avLst/>
            </a:prstGeom>
            <a:noFill/>
          </p:spPr>
          <p:txBody>
            <a:bodyPr wrap="none" rtlCol="0">
              <a:spAutoFit/>
            </a:bodyPr>
            <a:lstStyle/>
            <a:p>
              <a:pPr algn="ctr"/>
              <a:r>
                <a:rPr lang="en-US" sz="1600" b="1" dirty="0" smtClean="0">
                  <a:solidFill>
                    <a:srgbClr val="D42C98"/>
                  </a:solidFill>
                </a:rPr>
                <a:t>Other </a:t>
              </a:r>
              <a:endParaRPr lang="en-US" sz="1600" b="1" dirty="0" smtClean="0">
                <a:solidFill>
                  <a:srgbClr val="D42C98"/>
                </a:solidFill>
              </a:endParaRPr>
            </a:p>
            <a:p>
              <a:pPr algn="ctr"/>
              <a:r>
                <a:rPr lang="en-US" sz="1600" b="1" dirty="0" smtClean="0">
                  <a:solidFill>
                    <a:srgbClr val="D42C98"/>
                  </a:solidFill>
                </a:rPr>
                <a:t>Modules </a:t>
              </a:r>
              <a:endParaRPr lang="en-US" sz="1600" b="1" dirty="0" smtClean="0">
                <a:solidFill>
                  <a:srgbClr val="D42C98"/>
                </a:solidFill>
              </a:endParaRPr>
            </a:p>
            <a:p>
              <a:pPr algn="ctr"/>
              <a:r>
                <a:rPr lang="en-US" sz="1600" b="1" dirty="0" smtClean="0">
                  <a:solidFill>
                    <a:srgbClr val="D42C98"/>
                  </a:solidFill>
                </a:rPr>
                <a:t>Integration</a:t>
              </a:r>
              <a:endParaRPr lang="en-IN" b="1" dirty="0">
                <a:solidFill>
                  <a:srgbClr val="D42C98"/>
                </a:solidFill>
              </a:endParaRPr>
            </a:p>
          </p:txBody>
        </p:sp>
        <p:sp>
          <p:nvSpPr>
            <p:cNvPr id="14" name="TextBox 13"/>
            <p:cNvSpPr txBox="1"/>
            <p:nvPr/>
          </p:nvSpPr>
          <p:spPr>
            <a:xfrm>
              <a:off x="1905167" y="2124296"/>
              <a:ext cx="1126013" cy="584775"/>
            </a:xfrm>
            <a:prstGeom prst="rect">
              <a:avLst/>
            </a:prstGeom>
            <a:noFill/>
          </p:spPr>
          <p:txBody>
            <a:bodyPr wrap="none" rtlCol="0">
              <a:spAutoFit/>
            </a:bodyPr>
            <a:lstStyle/>
            <a:p>
              <a:pPr algn="ctr"/>
              <a:r>
                <a:rPr lang="en-US" sz="1600" b="1" dirty="0" smtClean="0">
                  <a:solidFill>
                    <a:srgbClr val="BF393B"/>
                  </a:solidFill>
                </a:rPr>
                <a:t>External </a:t>
              </a:r>
              <a:endParaRPr lang="en-US" sz="1600" b="1" dirty="0" smtClean="0">
                <a:solidFill>
                  <a:srgbClr val="BF393B"/>
                </a:solidFill>
              </a:endParaRPr>
            </a:p>
            <a:p>
              <a:pPr algn="ctr"/>
              <a:r>
                <a:rPr lang="en-US" sz="1600" b="1" dirty="0" smtClean="0">
                  <a:solidFill>
                    <a:srgbClr val="BF393B"/>
                  </a:solidFill>
                </a:rPr>
                <a:t>Integration</a:t>
              </a:r>
              <a:endParaRPr lang="en-IN" b="1" dirty="0">
                <a:solidFill>
                  <a:srgbClr val="BF393B"/>
                </a:solidFill>
              </a:endParaRPr>
            </a:p>
          </p:txBody>
        </p:sp>
        <p:sp>
          <p:nvSpPr>
            <p:cNvPr id="15" name="Rectangle 14"/>
            <p:cNvSpPr/>
            <p:nvPr/>
          </p:nvSpPr>
          <p:spPr>
            <a:xfrm>
              <a:off x="7732061" y="2003610"/>
              <a:ext cx="3948954" cy="2998693"/>
            </a:xfrm>
            <a:prstGeom prst="rect">
              <a:avLst/>
            </a:prstGeom>
            <a:noFill/>
            <a:ln>
              <a:solidFill>
                <a:srgbClr val="9F53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p:cNvSpPr/>
            <p:nvPr/>
          </p:nvSpPr>
          <p:spPr>
            <a:xfrm>
              <a:off x="9090214" y="1250574"/>
              <a:ext cx="1264024" cy="1181252"/>
            </a:xfrm>
            <a:prstGeom prst="ellipse">
              <a:avLst/>
            </a:prstGeom>
            <a:solidFill>
              <a:srgbClr val="9F539D"/>
            </a:solidFill>
            <a:ln>
              <a:solidFill>
                <a:srgbClr val="9F53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p:cNvSpPr/>
            <p:nvPr/>
          </p:nvSpPr>
          <p:spPr>
            <a:xfrm>
              <a:off x="7732061" y="3071727"/>
              <a:ext cx="3948954" cy="1717393"/>
            </a:xfrm>
            <a:prstGeom prst="rect">
              <a:avLst/>
            </a:prstGeom>
          </p:spPr>
          <p:txBody>
            <a:bodyPr wrap="square">
              <a:spAutoFit/>
            </a:bodyPr>
            <a:lstStyle/>
            <a:p>
              <a:r>
                <a:rPr lang="en-US" altLang="en-IN" sz="1200" dirty="0" smtClean="0">
                  <a:latin typeface="Calibri" panose="020F0502020204030204" pitchFamily="34" charset="0"/>
                  <a:cs typeface="Calibri" panose="020F0502020204030204" pitchFamily="34" charset="0"/>
                  <a:sym typeface="+mn-ea"/>
                </a:rPr>
                <a:t>Based listed services are required based on requirement	</a:t>
              </a:r>
              <a:endParaRPr lang="en-US" altLang="en-IN" sz="1200" dirty="0" smtClean="0">
                <a:latin typeface="Calibri" panose="020F0502020204030204" pitchFamily="34" charset="0"/>
                <a:cs typeface="Calibri" panose="020F0502020204030204" pitchFamily="34" charset="0"/>
                <a:sym typeface="+mn-ea"/>
              </a:endParaRPr>
            </a:p>
            <a:p>
              <a:pPr marL="363855" lvl="2" indent="-269875">
                <a:lnSpc>
                  <a:spcPct val="130000"/>
                </a:lnSpc>
                <a:buFont typeface="Wingdings" panose="05000000000000000000" charset="0"/>
                <a:buChar char="ü"/>
              </a:pPr>
              <a:r>
                <a:rPr lang="en-US" altLang="en-IN" sz="1200" dirty="0" smtClean="0">
                  <a:solidFill>
                    <a:schemeClr val="tx1"/>
                  </a:solidFill>
                  <a:latin typeface="Calibri" panose="020F0502020204030204" pitchFamily="34" charset="0"/>
                  <a:cs typeface="Calibri" panose="020F0502020204030204" pitchFamily="34" charset="0"/>
                </a:rPr>
                <a:t>Transferring of UW data to RI and Vice versa</a:t>
              </a:r>
              <a:endParaRPr lang="en-US" altLang="en-IN" sz="1200" dirty="0" smtClean="0">
                <a:solidFill>
                  <a:schemeClr val="tx1"/>
                </a:solidFill>
                <a:latin typeface="Calibri" panose="020F0502020204030204" pitchFamily="34" charset="0"/>
                <a:cs typeface="Calibri" panose="020F0502020204030204" pitchFamily="34" charset="0"/>
              </a:endParaRPr>
            </a:p>
            <a:p>
              <a:pPr marL="363855" lvl="2" indent="-269875">
                <a:lnSpc>
                  <a:spcPct val="130000"/>
                </a:lnSpc>
                <a:buFont typeface="Wingdings" panose="05000000000000000000" charset="0"/>
                <a:buChar char="ü"/>
              </a:pPr>
              <a:r>
                <a:rPr lang="en-US" altLang="en-IN" sz="1200" dirty="0" smtClean="0">
                  <a:solidFill>
                    <a:schemeClr val="tx1"/>
                  </a:solidFill>
                  <a:latin typeface="Calibri" panose="020F0502020204030204" pitchFamily="34" charset="0"/>
                  <a:cs typeface="Calibri" panose="020F0502020204030204" pitchFamily="34" charset="0"/>
                </a:rPr>
                <a:t>Rendering of RI Screens</a:t>
              </a:r>
              <a:endParaRPr lang="en-US" altLang="en-IN" sz="1200" dirty="0" smtClean="0">
                <a:solidFill>
                  <a:schemeClr val="tx1"/>
                </a:solidFill>
                <a:latin typeface="Calibri" panose="020F0502020204030204" pitchFamily="34" charset="0"/>
                <a:cs typeface="Calibri" panose="020F0502020204030204" pitchFamily="34" charset="0"/>
              </a:endParaRPr>
            </a:p>
            <a:p>
              <a:pPr marL="363855" lvl="2" indent="-269875">
                <a:lnSpc>
                  <a:spcPct val="130000"/>
                </a:lnSpc>
                <a:buFont typeface="Wingdings" panose="05000000000000000000" charset="0"/>
                <a:buChar char="ü"/>
              </a:pPr>
              <a:r>
                <a:rPr lang="en-US" altLang="en-IN" sz="1200" dirty="0" smtClean="0">
                  <a:solidFill>
                    <a:schemeClr val="tx1"/>
                  </a:solidFill>
                  <a:latin typeface="Calibri" panose="020F0502020204030204" pitchFamily="34" charset="0"/>
                  <a:cs typeface="Calibri" panose="020F0502020204030204" pitchFamily="34" charset="0"/>
                </a:rPr>
                <a:t>Transferring of Claims data to RI and Vice versa</a:t>
              </a:r>
              <a:endParaRPr lang="en-US" altLang="en-IN" sz="1200" dirty="0" smtClean="0">
                <a:solidFill>
                  <a:schemeClr val="tx1"/>
                </a:solidFill>
                <a:latin typeface="Calibri" panose="020F0502020204030204" pitchFamily="34" charset="0"/>
                <a:cs typeface="Calibri" panose="020F0502020204030204" pitchFamily="34" charset="0"/>
              </a:endParaRPr>
            </a:p>
            <a:p>
              <a:pPr marL="363855" lvl="2" indent="-269875">
                <a:lnSpc>
                  <a:spcPct val="130000"/>
                </a:lnSpc>
                <a:buFont typeface="Wingdings" panose="05000000000000000000" charset="0"/>
                <a:buChar char="ü"/>
              </a:pPr>
              <a:r>
                <a:rPr lang="en-US" altLang="en-IN" sz="1200" dirty="0" smtClean="0">
                  <a:solidFill>
                    <a:schemeClr val="tx1"/>
                  </a:solidFill>
                  <a:latin typeface="Calibri" panose="020F0502020204030204" pitchFamily="34" charset="0"/>
                  <a:cs typeface="Calibri" panose="020F0502020204030204" pitchFamily="34" charset="0"/>
                </a:rPr>
                <a:t>Transferring of RI Allocation details for other process in code application</a:t>
              </a:r>
              <a:endParaRPr lang="en-US" altLang="en-IN" sz="1200" dirty="0" smtClean="0">
                <a:solidFill>
                  <a:schemeClr val="tx1"/>
                </a:solidFill>
                <a:latin typeface="Calibri" panose="020F0502020204030204" pitchFamily="34" charset="0"/>
                <a:cs typeface="Calibri" panose="020F0502020204030204" pitchFamily="34" charset="0"/>
              </a:endParaRPr>
            </a:p>
            <a:p>
              <a:pPr marL="363855" lvl="2" indent="-269875">
                <a:lnSpc>
                  <a:spcPct val="130000"/>
                </a:lnSpc>
                <a:buFont typeface="Wingdings" panose="05000000000000000000" charset="0"/>
                <a:buChar char="ü"/>
              </a:pPr>
              <a:r>
                <a:rPr lang="en-US" altLang="en-IN" sz="1200" dirty="0" smtClean="0">
                  <a:solidFill>
                    <a:schemeClr val="tx1"/>
                  </a:solidFill>
                  <a:latin typeface="Calibri" panose="020F0502020204030204" pitchFamily="34" charset="0"/>
                  <a:cs typeface="Calibri" panose="020F0502020204030204" pitchFamily="34" charset="0"/>
                </a:rPr>
                <a:t>Transferring of RI Accounts data to GL (Finance) </a:t>
              </a:r>
              <a:endParaRPr lang="en-US" altLang="en-IN" sz="1200" dirty="0" smtClean="0">
                <a:solidFill>
                  <a:schemeClr val="tx1"/>
                </a:solidFill>
                <a:latin typeface="Calibri" panose="020F0502020204030204" pitchFamily="34" charset="0"/>
                <a:cs typeface="Calibri" panose="020F0502020204030204" pitchFamily="34" charset="0"/>
              </a:endParaRPr>
            </a:p>
          </p:txBody>
        </p:sp>
        <p:sp>
          <p:nvSpPr>
            <p:cNvPr id="18" name="TextBox 17"/>
            <p:cNvSpPr txBox="1"/>
            <p:nvPr/>
          </p:nvSpPr>
          <p:spPr>
            <a:xfrm>
              <a:off x="9267058" y="2535208"/>
              <a:ext cx="878960" cy="338554"/>
            </a:xfrm>
            <a:prstGeom prst="rect">
              <a:avLst/>
            </a:prstGeom>
            <a:noFill/>
          </p:spPr>
          <p:txBody>
            <a:bodyPr wrap="none" rtlCol="0">
              <a:spAutoFit/>
            </a:bodyPr>
            <a:lstStyle/>
            <a:p>
              <a:pPr algn="ctr"/>
              <a:r>
                <a:rPr lang="en-US" sz="1600" b="1" dirty="0" smtClean="0">
                  <a:solidFill>
                    <a:srgbClr val="7030A0"/>
                  </a:solidFill>
                </a:rPr>
                <a:t>Services</a:t>
              </a:r>
              <a:endParaRPr lang="en-IN" b="1" dirty="0">
                <a:solidFill>
                  <a:srgbClr val="7030A0"/>
                </a:solidFill>
              </a:endParaRPr>
            </a:p>
          </p:txBody>
        </p:sp>
        <p:pic>
          <p:nvPicPr>
            <p:cNvPr id="19" name="Picture 18"/>
            <p:cNvPicPr>
              <a:picLocks noChangeAspect="1"/>
            </p:cNvPicPr>
            <p:nvPr/>
          </p:nvPicPr>
          <p:blipFill>
            <a:blip r:embed="rId3"/>
            <a:stretch>
              <a:fillRect/>
            </a:stretch>
          </p:blipFill>
          <p:spPr>
            <a:xfrm>
              <a:off x="9400597" y="1454152"/>
              <a:ext cx="690283" cy="741179"/>
            </a:xfrm>
            <a:prstGeom prst="ellipse">
              <a:avLst/>
            </a:prstGeom>
          </p:spPr>
        </p:pic>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07767" y="0"/>
            <a:ext cx="6038683" cy="382289"/>
          </a:xfrm>
        </p:spPr>
        <p:txBody>
          <a:bodyPr>
            <a:normAutofit fontScale="90000"/>
          </a:bodyPr>
          <a:lstStyle/>
          <a:p>
            <a:r>
              <a:rPr lang="en-US" dirty="0" smtClean="0"/>
              <a:t>RI Integration</a:t>
            </a:r>
            <a:endParaRPr lang="en-US" dirty="0"/>
          </a:p>
        </p:txBody>
      </p:sp>
      <p:grpSp>
        <p:nvGrpSpPr>
          <p:cNvPr id="2" name="Group 1"/>
          <p:cNvGrpSpPr/>
          <p:nvPr/>
        </p:nvGrpSpPr>
        <p:grpSpPr>
          <a:xfrm>
            <a:off x="154361" y="443752"/>
            <a:ext cx="11459419" cy="5943600"/>
            <a:chOff x="154361" y="443752"/>
            <a:chExt cx="11459419" cy="5943600"/>
          </a:xfrm>
        </p:grpSpPr>
        <p:pic>
          <p:nvPicPr>
            <p:cNvPr id="4" name="Picture 3"/>
            <p:cNvPicPr>
              <a:picLocks noChangeAspect="1"/>
            </p:cNvPicPr>
            <p:nvPr/>
          </p:nvPicPr>
          <p:blipFill rotWithShape="1">
            <a:blip r:embed="rId1"/>
            <a:srcRect r="45497"/>
            <a:stretch>
              <a:fillRect/>
            </a:stretch>
          </p:blipFill>
          <p:spPr>
            <a:xfrm>
              <a:off x="154361" y="443752"/>
              <a:ext cx="7107051" cy="5943600"/>
            </a:xfrm>
            <a:prstGeom prst="rect">
              <a:avLst/>
            </a:prstGeom>
          </p:spPr>
        </p:pic>
        <p:sp>
          <p:nvSpPr>
            <p:cNvPr id="7" name="TextBox 6"/>
            <p:cNvSpPr txBox="1"/>
            <p:nvPr/>
          </p:nvSpPr>
          <p:spPr>
            <a:xfrm>
              <a:off x="3778629" y="2948499"/>
              <a:ext cx="1483804" cy="369332"/>
            </a:xfrm>
            <a:prstGeom prst="rect">
              <a:avLst/>
            </a:prstGeom>
            <a:noFill/>
          </p:spPr>
          <p:txBody>
            <a:bodyPr wrap="none" rtlCol="0">
              <a:spAutoFit/>
            </a:bodyPr>
            <a:lstStyle/>
            <a:p>
              <a:r>
                <a:rPr lang="en-US" b="1" dirty="0" smtClean="0">
                  <a:solidFill>
                    <a:schemeClr val="accent5">
                      <a:lumMod val="50000"/>
                    </a:schemeClr>
                  </a:solidFill>
                </a:rPr>
                <a:t>RI Integration</a:t>
              </a:r>
              <a:endParaRPr lang="en-IN" b="1" dirty="0">
                <a:solidFill>
                  <a:schemeClr val="accent5">
                    <a:lumMod val="50000"/>
                  </a:schemeClr>
                </a:solidFill>
              </a:endParaRPr>
            </a:p>
          </p:txBody>
        </p:sp>
        <p:pic>
          <p:nvPicPr>
            <p:cNvPr id="8" name="Picture 7"/>
            <p:cNvPicPr>
              <a:picLocks noChangeAspect="1"/>
            </p:cNvPicPr>
            <p:nvPr/>
          </p:nvPicPr>
          <p:blipFill>
            <a:blip r:embed="rId2"/>
            <a:stretch>
              <a:fillRect/>
            </a:stretch>
          </p:blipFill>
          <p:spPr>
            <a:xfrm>
              <a:off x="4212014" y="3348319"/>
              <a:ext cx="617034" cy="614082"/>
            </a:xfrm>
            <a:prstGeom prst="rect">
              <a:avLst/>
            </a:prstGeom>
          </p:spPr>
        </p:pic>
        <p:sp>
          <p:nvSpPr>
            <p:cNvPr id="9" name="TextBox 8"/>
            <p:cNvSpPr txBox="1"/>
            <p:nvPr/>
          </p:nvSpPr>
          <p:spPr>
            <a:xfrm>
              <a:off x="4019723" y="1114379"/>
              <a:ext cx="868251" cy="338554"/>
            </a:xfrm>
            <a:prstGeom prst="rect">
              <a:avLst/>
            </a:prstGeom>
            <a:noFill/>
          </p:spPr>
          <p:txBody>
            <a:bodyPr wrap="none" rtlCol="0">
              <a:spAutoFit/>
            </a:bodyPr>
            <a:lstStyle/>
            <a:p>
              <a:r>
                <a:rPr lang="en-US" sz="1600" b="1" dirty="0" smtClean="0">
                  <a:solidFill>
                    <a:srgbClr val="008AC1"/>
                  </a:solidFill>
                </a:rPr>
                <a:t>Masters</a:t>
              </a:r>
              <a:endParaRPr lang="en-IN" b="1" dirty="0">
                <a:solidFill>
                  <a:srgbClr val="008AC1"/>
                </a:solidFill>
              </a:endParaRPr>
            </a:p>
          </p:txBody>
        </p:sp>
        <p:sp>
          <p:nvSpPr>
            <p:cNvPr id="10" name="TextBox 9"/>
            <p:cNvSpPr txBox="1"/>
            <p:nvPr/>
          </p:nvSpPr>
          <p:spPr>
            <a:xfrm>
              <a:off x="5727536" y="1893610"/>
              <a:ext cx="1152367" cy="830997"/>
            </a:xfrm>
            <a:prstGeom prst="rect">
              <a:avLst/>
            </a:prstGeom>
            <a:noFill/>
          </p:spPr>
          <p:txBody>
            <a:bodyPr wrap="none" rtlCol="0">
              <a:spAutoFit/>
            </a:bodyPr>
            <a:lstStyle/>
            <a:p>
              <a:pPr algn="ctr"/>
              <a:r>
                <a:rPr lang="en-US" sz="1600" b="1" dirty="0" smtClean="0">
                  <a:solidFill>
                    <a:srgbClr val="6BA42C"/>
                  </a:solidFill>
                </a:rPr>
                <a:t>Code </a:t>
              </a:r>
              <a:endParaRPr lang="en-US" sz="1600" b="1" dirty="0" smtClean="0">
                <a:solidFill>
                  <a:srgbClr val="6BA42C"/>
                </a:solidFill>
              </a:endParaRPr>
            </a:p>
            <a:p>
              <a:pPr algn="ctr"/>
              <a:r>
                <a:rPr lang="en-US" sz="1600" b="1" dirty="0" smtClean="0">
                  <a:solidFill>
                    <a:srgbClr val="6BA42C"/>
                  </a:solidFill>
                </a:rPr>
                <a:t>&amp; </a:t>
              </a:r>
              <a:endParaRPr lang="en-US" sz="1600" b="1" dirty="0" smtClean="0">
                <a:solidFill>
                  <a:srgbClr val="6BA42C"/>
                </a:solidFill>
              </a:endParaRPr>
            </a:p>
            <a:p>
              <a:pPr algn="ctr"/>
              <a:r>
                <a:rPr lang="en-US" sz="1600" b="1" dirty="0" smtClean="0">
                  <a:solidFill>
                    <a:srgbClr val="6BA42C"/>
                  </a:solidFill>
                </a:rPr>
                <a:t>Parameters</a:t>
              </a:r>
              <a:endParaRPr lang="en-IN" b="1" dirty="0">
                <a:solidFill>
                  <a:srgbClr val="6BA42C"/>
                </a:solidFill>
              </a:endParaRPr>
            </a:p>
          </p:txBody>
        </p:sp>
        <p:sp>
          <p:nvSpPr>
            <p:cNvPr id="11" name="TextBox 10"/>
            <p:cNvSpPr txBox="1"/>
            <p:nvPr/>
          </p:nvSpPr>
          <p:spPr>
            <a:xfrm>
              <a:off x="5864239" y="4226110"/>
              <a:ext cx="878960" cy="338554"/>
            </a:xfrm>
            <a:prstGeom prst="rect">
              <a:avLst/>
            </a:prstGeom>
            <a:noFill/>
          </p:spPr>
          <p:txBody>
            <a:bodyPr wrap="none" rtlCol="0">
              <a:spAutoFit/>
            </a:bodyPr>
            <a:lstStyle/>
            <a:p>
              <a:pPr algn="ctr"/>
              <a:r>
                <a:rPr lang="en-US" sz="1600" b="1" dirty="0" smtClean="0">
                  <a:solidFill>
                    <a:srgbClr val="7030A0"/>
                  </a:solidFill>
                </a:rPr>
                <a:t>Services</a:t>
              </a:r>
              <a:endParaRPr lang="en-IN" b="1" dirty="0">
                <a:solidFill>
                  <a:srgbClr val="7030A0"/>
                </a:solidFill>
              </a:endParaRPr>
            </a:p>
          </p:txBody>
        </p:sp>
        <p:sp>
          <p:nvSpPr>
            <p:cNvPr id="12" name="TextBox 11"/>
            <p:cNvSpPr txBox="1"/>
            <p:nvPr/>
          </p:nvSpPr>
          <p:spPr>
            <a:xfrm>
              <a:off x="4143571" y="5292910"/>
              <a:ext cx="620556" cy="338554"/>
            </a:xfrm>
            <a:prstGeom prst="rect">
              <a:avLst/>
            </a:prstGeom>
            <a:noFill/>
          </p:spPr>
          <p:txBody>
            <a:bodyPr wrap="none" rtlCol="0">
              <a:spAutoFit/>
            </a:bodyPr>
            <a:lstStyle/>
            <a:p>
              <a:pPr algn="ctr"/>
              <a:r>
                <a:rPr lang="en-US" sz="1600" b="1" dirty="0" smtClean="0">
                  <a:solidFill>
                    <a:srgbClr val="E1721F"/>
                  </a:solidFill>
                </a:rPr>
                <a:t>Tools</a:t>
              </a:r>
              <a:endParaRPr lang="en-IN" b="1" dirty="0">
                <a:solidFill>
                  <a:srgbClr val="E1721F"/>
                </a:solidFill>
              </a:endParaRPr>
            </a:p>
          </p:txBody>
        </p:sp>
        <p:sp>
          <p:nvSpPr>
            <p:cNvPr id="13" name="TextBox 12"/>
            <p:cNvSpPr txBox="1"/>
            <p:nvPr/>
          </p:nvSpPr>
          <p:spPr>
            <a:xfrm>
              <a:off x="2066531" y="3962401"/>
              <a:ext cx="1126013" cy="830997"/>
            </a:xfrm>
            <a:prstGeom prst="rect">
              <a:avLst/>
            </a:prstGeom>
            <a:noFill/>
          </p:spPr>
          <p:txBody>
            <a:bodyPr wrap="none" rtlCol="0">
              <a:spAutoFit/>
            </a:bodyPr>
            <a:lstStyle/>
            <a:p>
              <a:pPr algn="ctr"/>
              <a:r>
                <a:rPr lang="en-US" sz="1600" b="1" dirty="0" smtClean="0">
                  <a:solidFill>
                    <a:srgbClr val="D42C98"/>
                  </a:solidFill>
                </a:rPr>
                <a:t>Other </a:t>
              </a:r>
              <a:endParaRPr lang="en-US" sz="1600" b="1" dirty="0" smtClean="0">
                <a:solidFill>
                  <a:srgbClr val="D42C98"/>
                </a:solidFill>
              </a:endParaRPr>
            </a:p>
            <a:p>
              <a:pPr algn="ctr"/>
              <a:r>
                <a:rPr lang="en-US" sz="1600" b="1" dirty="0" smtClean="0">
                  <a:solidFill>
                    <a:srgbClr val="D42C98"/>
                  </a:solidFill>
                </a:rPr>
                <a:t>Modules </a:t>
              </a:r>
              <a:endParaRPr lang="en-US" sz="1600" b="1" dirty="0" smtClean="0">
                <a:solidFill>
                  <a:srgbClr val="D42C98"/>
                </a:solidFill>
              </a:endParaRPr>
            </a:p>
            <a:p>
              <a:pPr algn="ctr"/>
              <a:r>
                <a:rPr lang="en-US" sz="1600" b="1" dirty="0" smtClean="0">
                  <a:solidFill>
                    <a:srgbClr val="D42C98"/>
                  </a:solidFill>
                </a:rPr>
                <a:t>Integration</a:t>
              </a:r>
              <a:endParaRPr lang="en-IN" b="1" dirty="0">
                <a:solidFill>
                  <a:srgbClr val="D42C98"/>
                </a:solidFill>
              </a:endParaRPr>
            </a:p>
          </p:txBody>
        </p:sp>
        <p:sp>
          <p:nvSpPr>
            <p:cNvPr id="14" name="TextBox 13"/>
            <p:cNvSpPr txBox="1"/>
            <p:nvPr/>
          </p:nvSpPr>
          <p:spPr>
            <a:xfrm>
              <a:off x="2066531" y="2016720"/>
              <a:ext cx="1126013" cy="584775"/>
            </a:xfrm>
            <a:prstGeom prst="rect">
              <a:avLst/>
            </a:prstGeom>
            <a:noFill/>
          </p:spPr>
          <p:txBody>
            <a:bodyPr wrap="none" rtlCol="0">
              <a:spAutoFit/>
            </a:bodyPr>
            <a:lstStyle/>
            <a:p>
              <a:pPr algn="ctr"/>
              <a:r>
                <a:rPr lang="en-US" sz="1600" b="1" dirty="0" smtClean="0">
                  <a:solidFill>
                    <a:srgbClr val="BF393B"/>
                  </a:solidFill>
                </a:rPr>
                <a:t>External </a:t>
              </a:r>
              <a:endParaRPr lang="en-US" sz="1600" b="1" dirty="0" smtClean="0">
                <a:solidFill>
                  <a:srgbClr val="BF393B"/>
                </a:solidFill>
              </a:endParaRPr>
            </a:p>
            <a:p>
              <a:pPr algn="ctr"/>
              <a:r>
                <a:rPr lang="en-US" sz="1600" b="1" dirty="0" smtClean="0">
                  <a:solidFill>
                    <a:srgbClr val="BF393B"/>
                  </a:solidFill>
                </a:rPr>
                <a:t>Integration</a:t>
              </a:r>
              <a:endParaRPr lang="en-IN" b="1" dirty="0">
                <a:solidFill>
                  <a:srgbClr val="BF393B"/>
                </a:solidFill>
              </a:endParaRPr>
            </a:p>
          </p:txBody>
        </p:sp>
        <p:sp>
          <p:nvSpPr>
            <p:cNvPr id="15" name="Rectangle 14"/>
            <p:cNvSpPr/>
            <p:nvPr/>
          </p:nvSpPr>
          <p:spPr>
            <a:xfrm>
              <a:off x="7664826" y="1869140"/>
              <a:ext cx="3948954" cy="3840627"/>
            </a:xfrm>
            <a:prstGeom prst="rect">
              <a:avLst/>
            </a:prstGeom>
            <a:noFill/>
            <a:ln>
              <a:solidFill>
                <a:srgbClr val="E1721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p:cNvSpPr/>
            <p:nvPr/>
          </p:nvSpPr>
          <p:spPr>
            <a:xfrm>
              <a:off x="9022979" y="1129215"/>
              <a:ext cx="1264024" cy="1181252"/>
            </a:xfrm>
            <a:prstGeom prst="ellipse">
              <a:avLst/>
            </a:prstGeom>
            <a:solidFill>
              <a:srgbClr val="EE8E1D"/>
            </a:solidFill>
            <a:ln>
              <a:solidFill>
                <a:srgbClr val="EE8E1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p:cNvSpPr/>
            <p:nvPr/>
          </p:nvSpPr>
          <p:spPr>
            <a:xfrm>
              <a:off x="7664826" y="2937257"/>
              <a:ext cx="3948954" cy="2700355"/>
            </a:xfrm>
            <a:prstGeom prst="rect">
              <a:avLst/>
            </a:prstGeom>
          </p:spPr>
          <p:txBody>
            <a:bodyPr wrap="square">
              <a:spAutoFit/>
            </a:bodyPr>
            <a:lstStyle/>
            <a:p>
              <a:pPr>
                <a:lnSpc>
                  <a:spcPct val="120000"/>
                </a:lnSpc>
              </a:pPr>
              <a:r>
                <a:rPr lang="en-US" altLang="en-IN" sz="1335" dirty="0" smtClean="0">
                  <a:latin typeface="Calibri" panose="020F0502020204030204" pitchFamily="34" charset="0"/>
                  <a:cs typeface="Calibri" panose="020F0502020204030204" pitchFamily="34" charset="0"/>
                  <a:sym typeface="+mn-ea"/>
                </a:rPr>
                <a:t>Based on requirement the below tools will be integrated along with RI Core	</a:t>
              </a:r>
              <a:endParaRPr lang="en-US" altLang="en-IN" sz="1335" dirty="0" smtClean="0">
                <a:latin typeface="Calibri" panose="020F0502020204030204" pitchFamily="34" charset="0"/>
                <a:cs typeface="Calibri" panose="020F0502020204030204" pitchFamily="34" charset="0"/>
                <a:sym typeface="+mn-ea"/>
              </a:endParaRPr>
            </a:p>
            <a:p>
              <a:pPr marL="363855" lvl="2" indent="-269875">
                <a:lnSpc>
                  <a:spcPct val="130000"/>
                </a:lnSpc>
                <a:buFont typeface="Wingdings" panose="05000000000000000000" charset="0"/>
                <a:buChar char="ü"/>
              </a:pPr>
              <a:r>
                <a:rPr lang="en-US" altLang="en-IN" sz="1335" dirty="0" smtClean="0">
                  <a:solidFill>
                    <a:schemeClr val="tx1"/>
                  </a:solidFill>
                  <a:latin typeface="Calibri" panose="020F0502020204030204" pitchFamily="34" charset="0"/>
                  <a:cs typeface="Calibri" panose="020F0502020204030204" pitchFamily="34" charset="0"/>
                </a:rPr>
                <a:t>Rule Engine</a:t>
              </a:r>
              <a:endParaRPr lang="en-US" altLang="en-IN" sz="1335" dirty="0" smtClean="0">
                <a:solidFill>
                  <a:schemeClr val="tx1"/>
                </a:solidFill>
                <a:latin typeface="Calibri" panose="020F0502020204030204" pitchFamily="34" charset="0"/>
                <a:cs typeface="Calibri" panose="020F0502020204030204" pitchFamily="34" charset="0"/>
              </a:endParaRPr>
            </a:p>
            <a:p>
              <a:pPr marL="363855" lvl="2" indent="-269875">
                <a:lnSpc>
                  <a:spcPct val="130000"/>
                </a:lnSpc>
                <a:buFont typeface="Wingdings" panose="05000000000000000000" charset="0"/>
                <a:buChar char="ü"/>
              </a:pPr>
              <a:r>
                <a:rPr lang="en-US" altLang="en-IN" sz="1335" dirty="0" smtClean="0">
                  <a:solidFill>
                    <a:schemeClr val="tx1"/>
                  </a:solidFill>
                  <a:latin typeface="Calibri" panose="020F0502020204030204" pitchFamily="34" charset="0"/>
                  <a:cs typeface="Calibri" panose="020F0502020204030204" pitchFamily="34" charset="0"/>
                </a:rPr>
                <a:t>Doc Print</a:t>
              </a:r>
              <a:endParaRPr lang="en-US" altLang="en-IN" sz="1335" dirty="0" smtClean="0">
                <a:solidFill>
                  <a:schemeClr val="tx1"/>
                </a:solidFill>
                <a:latin typeface="Calibri" panose="020F0502020204030204" pitchFamily="34" charset="0"/>
                <a:cs typeface="Calibri" panose="020F0502020204030204" pitchFamily="34" charset="0"/>
              </a:endParaRPr>
            </a:p>
            <a:p>
              <a:pPr marL="363855" lvl="2" indent="-269875">
                <a:lnSpc>
                  <a:spcPct val="130000"/>
                </a:lnSpc>
                <a:buFont typeface="Wingdings" panose="05000000000000000000" charset="0"/>
                <a:buChar char="ü"/>
              </a:pPr>
              <a:r>
                <a:rPr lang="en-US" altLang="en-IN" sz="1335" dirty="0" smtClean="0">
                  <a:solidFill>
                    <a:schemeClr val="tx1"/>
                  </a:solidFill>
                  <a:latin typeface="Calibri" panose="020F0502020204030204" pitchFamily="34" charset="0"/>
                  <a:cs typeface="Calibri" panose="020F0502020204030204" pitchFamily="34" charset="0"/>
                </a:rPr>
                <a:t>J-Report</a:t>
              </a:r>
              <a:endParaRPr lang="en-US" altLang="en-IN" sz="1335" dirty="0" smtClean="0">
                <a:solidFill>
                  <a:schemeClr val="tx1"/>
                </a:solidFill>
                <a:latin typeface="Calibri" panose="020F0502020204030204" pitchFamily="34" charset="0"/>
                <a:cs typeface="Calibri" panose="020F0502020204030204" pitchFamily="34" charset="0"/>
              </a:endParaRPr>
            </a:p>
            <a:p>
              <a:pPr marL="363855" lvl="2" indent="-269875">
                <a:lnSpc>
                  <a:spcPct val="130000"/>
                </a:lnSpc>
                <a:buFont typeface="Wingdings" panose="05000000000000000000" charset="0"/>
                <a:buChar char="ü"/>
              </a:pPr>
              <a:r>
                <a:rPr lang="en-US" altLang="en-IN" sz="1335" dirty="0" smtClean="0">
                  <a:solidFill>
                    <a:schemeClr val="tx1"/>
                  </a:solidFill>
                  <a:latin typeface="Calibri" panose="020F0502020204030204" pitchFamily="34" charset="0"/>
                  <a:cs typeface="Calibri" panose="020F0502020204030204" pitchFamily="34" charset="0"/>
                </a:rPr>
                <a:t>Work flow</a:t>
              </a:r>
              <a:endParaRPr lang="en-US" altLang="en-IN" sz="1335" dirty="0" smtClean="0">
                <a:solidFill>
                  <a:schemeClr val="tx1"/>
                </a:solidFill>
                <a:latin typeface="Calibri" panose="020F0502020204030204" pitchFamily="34" charset="0"/>
                <a:cs typeface="Calibri" panose="020F0502020204030204" pitchFamily="34" charset="0"/>
              </a:endParaRPr>
            </a:p>
            <a:p>
              <a:pPr marL="363855" lvl="2" indent="-269875">
                <a:lnSpc>
                  <a:spcPct val="130000"/>
                </a:lnSpc>
                <a:buFont typeface="Wingdings" panose="05000000000000000000" charset="0"/>
                <a:buChar char="ü"/>
              </a:pPr>
              <a:r>
                <a:rPr lang="en-US" altLang="en-IN" sz="1335" dirty="0" smtClean="0">
                  <a:solidFill>
                    <a:schemeClr val="tx1"/>
                  </a:solidFill>
                  <a:latin typeface="Calibri" panose="020F0502020204030204" pitchFamily="34" charset="0"/>
                  <a:cs typeface="Calibri" panose="020F0502020204030204" pitchFamily="34" charset="0"/>
                </a:rPr>
                <a:t>E-Mails</a:t>
              </a:r>
              <a:endParaRPr lang="en-US" altLang="en-IN" sz="1335" dirty="0" smtClean="0">
                <a:solidFill>
                  <a:schemeClr val="tx1"/>
                </a:solidFill>
                <a:latin typeface="Calibri" panose="020F0502020204030204" pitchFamily="34" charset="0"/>
                <a:cs typeface="Calibri" panose="020F0502020204030204" pitchFamily="34" charset="0"/>
              </a:endParaRPr>
            </a:p>
            <a:p>
              <a:pPr marL="363855" lvl="2" indent="-269875">
                <a:lnSpc>
                  <a:spcPct val="130000"/>
                </a:lnSpc>
                <a:buFont typeface="Wingdings" panose="05000000000000000000" charset="0"/>
                <a:buChar char="ü"/>
              </a:pPr>
              <a:r>
                <a:rPr lang="en-US" altLang="en-IN" sz="1335" dirty="0" smtClean="0">
                  <a:solidFill>
                    <a:schemeClr val="tx1"/>
                  </a:solidFill>
                  <a:latin typeface="Calibri" panose="020F0502020204030204" pitchFamily="34" charset="0"/>
                  <a:cs typeface="Calibri" panose="020F0502020204030204" pitchFamily="34" charset="0"/>
                </a:rPr>
                <a:t>Check List</a:t>
              </a:r>
              <a:endParaRPr lang="en-US" altLang="en-IN" sz="1335" dirty="0" smtClean="0">
                <a:solidFill>
                  <a:schemeClr val="tx1"/>
                </a:solidFill>
                <a:latin typeface="Calibri" panose="020F0502020204030204" pitchFamily="34" charset="0"/>
                <a:cs typeface="Calibri" panose="020F0502020204030204" pitchFamily="34" charset="0"/>
              </a:endParaRPr>
            </a:p>
            <a:p>
              <a:pPr marL="363855" lvl="2" indent="-269875">
                <a:lnSpc>
                  <a:spcPct val="130000"/>
                </a:lnSpc>
                <a:buFont typeface="Wingdings" panose="05000000000000000000" charset="0"/>
                <a:buChar char="ü"/>
              </a:pPr>
              <a:r>
                <a:rPr lang="en-US" altLang="en-IN" sz="1335" dirty="0" smtClean="0">
                  <a:solidFill>
                    <a:schemeClr val="tx1"/>
                  </a:solidFill>
                  <a:latin typeface="Calibri" panose="020F0502020204030204" pitchFamily="34" charset="0"/>
                  <a:cs typeface="Calibri" panose="020F0502020204030204" pitchFamily="34" charset="0"/>
                </a:rPr>
                <a:t>Dash Board and </a:t>
              </a:r>
              <a:endParaRPr lang="en-US" altLang="en-IN" sz="1335" dirty="0" smtClean="0">
                <a:solidFill>
                  <a:schemeClr val="tx1"/>
                </a:solidFill>
                <a:latin typeface="Calibri" panose="020F0502020204030204" pitchFamily="34" charset="0"/>
                <a:cs typeface="Calibri" panose="020F0502020204030204" pitchFamily="34" charset="0"/>
              </a:endParaRPr>
            </a:p>
            <a:p>
              <a:pPr marL="363855" lvl="2" indent="-269875">
                <a:lnSpc>
                  <a:spcPct val="130000"/>
                </a:lnSpc>
                <a:buFont typeface="Wingdings" panose="05000000000000000000" charset="0"/>
                <a:buChar char="ü"/>
              </a:pPr>
              <a:r>
                <a:rPr lang="en-US" altLang="en-IN" sz="1335" dirty="0" smtClean="0">
                  <a:solidFill>
                    <a:schemeClr val="tx1"/>
                  </a:solidFill>
                  <a:latin typeface="Calibri" panose="020F0502020204030204" pitchFamily="34" charset="0"/>
                  <a:cs typeface="Calibri" panose="020F0502020204030204" pitchFamily="34" charset="0"/>
                </a:rPr>
                <a:t>BI</a:t>
              </a:r>
              <a:endParaRPr lang="en-US" altLang="en-IN" sz="1335" dirty="0" smtClean="0">
                <a:solidFill>
                  <a:schemeClr val="tx1"/>
                </a:solidFill>
                <a:latin typeface="Calibri" panose="020F0502020204030204" pitchFamily="34" charset="0"/>
                <a:cs typeface="Calibri" panose="020F0502020204030204" pitchFamily="34" charset="0"/>
              </a:endParaRPr>
            </a:p>
          </p:txBody>
        </p:sp>
        <p:sp>
          <p:nvSpPr>
            <p:cNvPr id="18" name="TextBox 17"/>
            <p:cNvSpPr txBox="1"/>
            <p:nvPr/>
          </p:nvSpPr>
          <p:spPr>
            <a:xfrm>
              <a:off x="9329025" y="2441138"/>
              <a:ext cx="620556" cy="338554"/>
            </a:xfrm>
            <a:prstGeom prst="rect">
              <a:avLst/>
            </a:prstGeom>
            <a:noFill/>
          </p:spPr>
          <p:txBody>
            <a:bodyPr wrap="none" rtlCol="0">
              <a:spAutoFit/>
            </a:bodyPr>
            <a:lstStyle/>
            <a:p>
              <a:pPr algn="ctr"/>
              <a:r>
                <a:rPr lang="en-US" sz="1600" b="1" dirty="0" smtClean="0">
                  <a:solidFill>
                    <a:srgbClr val="E1721F"/>
                  </a:solidFill>
                </a:rPr>
                <a:t>Tools</a:t>
              </a:r>
              <a:endParaRPr lang="en-IN" b="1" dirty="0">
                <a:solidFill>
                  <a:srgbClr val="E1721F"/>
                </a:solidFill>
              </a:endParaRPr>
            </a:p>
          </p:txBody>
        </p:sp>
        <p:pic>
          <p:nvPicPr>
            <p:cNvPr id="19" name="Picture 18"/>
            <p:cNvPicPr>
              <a:picLocks noChangeAspect="1"/>
            </p:cNvPicPr>
            <p:nvPr/>
          </p:nvPicPr>
          <p:blipFill>
            <a:blip r:embed="rId3"/>
            <a:stretch>
              <a:fillRect/>
            </a:stretch>
          </p:blipFill>
          <p:spPr>
            <a:xfrm>
              <a:off x="9373004" y="1410503"/>
              <a:ext cx="624028" cy="624028"/>
            </a:xfrm>
            <a:prstGeom prst="ellipse">
              <a:avLst/>
            </a:prstGeom>
          </p:spPr>
        </p:pic>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07767" y="0"/>
            <a:ext cx="6038683" cy="382289"/>
          </a:xfrm>
        </p:spPr>
        <p:txBody>
          <a:bodyPr>
            <a:normAutofit fontScale="90000"/>
          </a:bodyPr>
          <a:lstStyle/>
          <a:p>
            <a:r>
              <a:rPr lang="en-US" dirty="0" smtClean="0"/>
              <a:t>RI Integration</a:t>
            </a:r>
            <a:endParaRPr lang="en-US" dirty="0"/>
          </a:p>
        </p:txBody>
      </p:sp>
      <p:grpSp>
        <p:nvGrpSpPr>
          <p:cNvPr id="2" name="Group 1"/>
          <p:cNvGrpSpPr/>
          <p:nvPr/>
        </p:nvGrpSpPr>
        <p:grpSpPr>
          <a:xfrm>
            <a:off x="107576" y="466725"/>
            <a:ext cx="11089347" cy="5924550"/>
            <a:chOff x="107576" y="466725"/>
            <a:chExt cx="11089347" cy="5924550"/>
          </a:xfrm>
        </p:grpSpPr>
        <p:pic>
          <p:nvPicPr>
            <p:cNvPr id="20" name="Picture 19"/>
            <p:cNvPicPr>
              <a:picLocks noChangeAspect="1"/>
            </p:cNvPicPr>
            <p:nvPr/>
          </p:nvPicPr>
          <p:blipFill rotWithShape="1">
            <a:blip r:embed="rId1"/>
            <a:srcRect l="4075" r="43435"/>
            <a:stretch>
              <a:fillRect/>
            </a:stretch>
          </p:blipFill>
          <p:spPr>
            <a:xfrm>
              <a:off x="107576" y="466725"/>
              <a:ext cx="6844553" cy="5924550"/>
            </a:xfrm>
            <a:prstGeom prst="rect">
              <a:avLst/>
            </a:prstGeom>
          </p:spPr>
        </p:pic>
        <p:sp>
          <p:nvSpPr>
            <p:cNvPr id="21" name="TextBox 20"/>
            <p:cNvSpPr txBox="1"/>
            <p:nvPr/>
          </p:nvSpPr>
          <p:spPr>
            <a:xfrm>
              <a:off x="3200408" y="2988840"/>
              <a:ext cx="1483804" cy="369332"/>
            </a:xfrm>
            <a:prstGeom prst="rect">
              <a:avLst/>
            </a:prstGeom>
            <a:noFill/>
          </p:spPr>
          <p:txBody>
            <a:bodyPr wrap="none" rtlCol="0">
              <a:spAutoFit/>
            </a:bodyPr>
            <a:lstStyle/>
            <a:p>
              <a:r>
                <a:rPr lang="en-US" b="1" dirty="0" smtClean="0">
                  <a:solidFill>
                    <a:schemeClr val="accent5">
                      <a:lumMod val="50000"/>
                    </a:schemeClr>
                  </a:solidFill>
                </a:rPr>
                <a:t>RI Integration</a:t>
              </a:r>
              <a:endParaRPr lang="en-IN" b="1" dirty="0">
                <a:solidFill>
                  <a:schemeClr val="accent5">
                    <a:lumMod val="50000"/>
                  </a:schemeClr>
                </a:solidFill>
              </a:endParaRPr>
            </a:p>
          </p:txBody>
        </p:sp>
        <p:pic>
          <p:nvPicPr>
            <p:cNvPr id="22" name="Picture 21"/>
            <p:cNvPicPr>
              <a:picLocks noChangeAspect="1"/>
            </p:cNvPicPr>
            <p:nvPr/>
          </p:nvPicPr>
          <p:blipFill>
            <a:blip r:embed="rId2"/>
            <a:stretch>
              <a:fillRect/>
            </a:stretch>
          </p:blipFill>
          <p:spPr>
            <a:xfrm>
              <a:off x="3633793" y="3388660"/>
              <a:ext cx="617034" cy="614082"/>
            </a:xfrm>
            <a:prstGeom prst="rect">
              <a:avLst/>
            </a:prstGeom>
          </p:spPr>
        </p:pic>
        <p:sp>
          <p:nvSpPr>
            <p:cNvPr id="23" name="TextBox 22"/>
            <p:cNvSpPr txBox="1"/>
            <p:nvPr/>
          </p:nvSpPr>
          <p:spPr>
            <a:xfrm>
              <a:off x="3508737" y="1127826"/>
              <a:ext cx="868251" cy="338554"/>
            </a:xfrm>
            <a:prstGeom prst="rect">
              <a:avLst/>
            </a:prstGeom>
            <a:noFill/>
          </p:spPr>
          <p:txBody>
            <a:bodyPr wrap="none" rtlCol="0">
              <a:spAutoFit/>
            </a:bodyPr>
            <a:lstStyle/>
            <a:p>
              <a:r>
                <a:rPr lang="en-US" sz="1600" b="1" dirty="0" smtClean="0">
                  <a:solidFill>
                    <a:srgbClr val="008AC1"/>
                  </a:solidFill>
                </a:rPr>
                <a:t>Masters</a:t>
              </a:r>
              <a:endParaRPr lang="en-IN" b="1" dirty="0">
                <a:solidFill>
                  <a:srgbClr val="008AC1"/>
                </a:solidFill>
              </a:endParaRPr>
            </a:p>
          </p:txBody>
        </p:sp>
        <p:sp>
          <p:nvSpPr>
            <p:cNvPr id="24" name="TextBox 23"/>
            <p:cNvSpPr txBox="1"/>
            <p:nvPr/>
          </p:nvSpPr>
          <p:spPr>
            <a:xfrm>
              <a:off x="5149315" y="1933951"/>
              <a:ext cx="1152367" cy="830997"/>
            </a:xfrm>
            <a:prstGeom prst="rect">
              <a:avLst/>
            </a:prstGeom>
            <a:noFill/>
          </p:spPr>
          <p:txBody>
            <a:bodyPr wrap="none" rtlCol="0">
              <a:spAutoFit/>
            </a:bodyPr>
            <a:lstStyle/>
            <a:p>
              <a:pPr algn="ctr"/>
              <a:r>
                <a:rPr lang="en-US" sz="1600" b="1" dirty="0" smtClean="0">
                  <a:solidFill>
                    <a:srgbClr val="6BA42C"/>
                  </a:solidFill>
                </a:rPr>
                <a:t>Code </a:t>
              </a:r>
              <a:endParaRPr lang="en-US" sz="1600" b="1" dirty="0" smtClean="0">
                <a:solidFill>
                  <a:srgbClr val="6BA42C"/>
                </a:solidFill>
              </a:endParaRPr>
            </a:p>
            <a:p>
              <a:pPr algn="ctr"/>
              <a:r>
                <a:rPr lang="en-US" sz="1600" b="1" dirty="0" smtClean="0">
                  <a:solidFill>
                    <a:srgbClr val="6BA42C"/>
                  </a:solidFill>
                </a:rPr>
                <a:t>&amp; </a:t>
              </a:r>
              <a:endParaRPr lang="en-US" sz="1600" b="1" dirty="0" smtClean="0">
                <a:solidFill>
                  <a:srgbClr val="6BA42C"/>
                </a:solidFill>
              </a:endParaRPr>
            </a:p>
            <a:p>
              <a:pPr algn="ctr"/>
              <a:r>
                <a:rPr lang="en-US" sz="1600" b="1" dirty="0" smtClean="0">
                  <a:solidFill>
                    <a:srgbClr val="6BA42C"/>
                  </a:solidFill>
                </a:rPr>
                <a:t>Parameters</a:t>
              </a:r>
              <a:endParaRPr lang="en-IN" b="1" dirty="0">
                <a:solidFill>
                  <a:srgbClr val="6BA42C"/>
                </a:solidFill>
              </a:endParaRPr>
            </a:p>
          </p:txBody>
        </p:sp>
        <p:sp>
          <p:nvSpPr>
            <p:cNvPr id="25" name="TextBox 24"/>
            <p:cNvSpPr txBox="1"/>
            <p:nvPr/>
          </p:nvSpPr>
          <p:spPr>
            <a:xfrm>
              <a:off x="5286018" y="4266451"/>
              <a:ext cx="878960" cy="338554"/>
            </a:xfrm>
            <a:prstGeom prst="rect">
              <a:avLst/>
            </a:prstGeom>
            <a:noFill/>
          </p:spPr>
          <p:txBody>
            <a:bodyPr wrap="none" rtlCol="0">
              <a:spAutoFit/>
            </a:bodyPr>
            <a:lstStyle/>
            <a:p>
              <a:pPr algn="ctr"/>
              <a:r>
                <a:rPr lang="en-US" sz="1600" b="1" dirty="0" smtClean="0">
                  <a:solidFill>
                    <a:srgbClr val="7030A0"/>
                  </a:solidFill>
                </a:rPr>
                <a:t>Services</a:t>
              </a:r>
              <a:endParaRPr lang="en-IN" b="1" dirty="0">
                <a:solidFill>
                  <a:srgbClr val="7030A0"/>
                </a:solidFill>
              </a:endParaRPr>
            </a:p>
          </p:txBody>
        </p:sp>
        <p:sp>
          <p:nvSpPr>
            <p:cNvPr id="26" name="TextBox 25"/>
            <p:cNvSpPr txBox="1"/>
            <p:nvPr/>
          </p:nvSpPr>
          <p:spPr>
            <a:xfrm>
              <a:off x="3565350" y="5333251"/>
              <a:ext cx="620556" cy="338554"/>
            </a:xfrm>
            <a:prstGeom prst="rect">
              <a:avLst/>
            </a:prstGeom>
            <a:noFill/>
          </p:spPr>
          <p:txBody>
            <a:bodyPr wrap="none" rtlCol="0">
              <a:spAutoFit/>
            </a:bodyPr>
            <a:lstStyle/>
            <a:p>
              <a:pPr algn="ctr"/>
              <a:r>
                <a:rPr lang="en-US" sz="1600" b="1" dirty="0" smtClean="0">
                  <a:solidFill>
                    <a:srgbClr val="E1721F"/>
                  </a:solidFill>
                </a:rPr>
                <a:t>Tools</a:t>
              </a:r>
              <a:endParaRPr lang="en-IN" b="1" dirty="0">
                <a:solidFill>
                  <a:srgbClr val="E1721F"/>
                </a:solidFill>
              </a:endParaRPr>
            </a:p>
          </p:txBody>
        </p:sp>
        <p:sp>
          <p:nvSpPr>
            <p:cNvPr id="27" name="TextBox 26"/>
            <p:cNvSpPr txBox="1"/>
            <p:nvPr/>
          </p:nvSpPr>
          <p:spPr>
            <a:xfrm>
              <a:off x="1488310" y="4002742"/>
              <a:ext cx="1126013" cy="830997"/>
            </a:xfrm>
            <a:prstGeom prst="rect">
              <a:avLst/>
            </a:prstGeom>
            <a:noFill/>
          </p:spPr>
          <p:txBody>
            <a:bodyPr wrap="none" rtlCol="0">
              <a:spAutoFit/>
            </a:bodyPr>
            <a:lstStyle/>
            <a:p>
              <a:pPr algn="ctr"/>
              <a:r>
                <a:rPr lang="en-US" sz="1600" b="1" dirty="0" smtClean="0">
                  <a:solidFill>
                    <a:srgbClr val="D42C98"/>
                  </a:solidFill>
                </a:rPr>
                <a:t>Other </a:t>
              </a:r>
              <a:endParaRPr lang="en-US" sz="1600" b="1" dirty="0" smtClean="0">
                <a:solidFill>
                  <a:srgbClr val="D42C98"/>
                </a:solidFill>
              </a:endParaRPr>
            </a:p>
            <a:p>
              <a:pPr algn="ctr"/>
              <a:r>
                <a:rPr lang="en-US" sz="1600" b="1" dirty="0" smtClean="0">
                  <a:solidFill>
                    <a:srgbClr val="D42C98"/>
                  </a:solidFill>
                </a:rPr>
                <a:t>Modules </a:t>
              </a:r>
              <a:endParaRPr lang="en-US" sz="1600" b="1" dirty="0" smtClean="0">
                <a:solidFill>
                  <a:srgbClr val="D42C98"/>
                </a:solidFill>
              </a:endParaRPr>
            </a:p>
            <a:p>
              <a:pPr algn="ctr"/>
              <a:r>
                <a:rPr lang="en-US" sz="1600" b="1" dirty="0" smtClean="0">
                  <a:solidFill>
                    <a:srgbClr val="D42C98"/>
                  </a:solidFill>
                </a:rPr>
                <a:t>Integration</a:t>
              </a:r>
              <a:endParaRPr lang="en-IN" b="1" dirty="0">
                <a:solidFill>
                  <a:srgbClr val="D42C98"/>
                </a:solidFill>
              </a:endParaRPr>
            </a:p>
          </p:txBody>
        </p:sp>
        <p:sp>
          <p:nvSpPr>
            <p:cNvPr id="28" name="TextBox 27"/>
            <p:cNvSpPr txBox="1"/>
            <p:nvPr/>
          </p:nvSpPr>
          <p:spPr>
            <a:xfrm>
              <a:off x="1488310" y="2057061"/>
              <a:ext cx="1126013" cy="584775"/>
            </a:xfrm>
            <a:prstGeom prst="rect">
              <a:avLst/>
            </a:prstGeom>
            <a:noFill/>
          </p:spPr>
          <p:txBody>
            <a:bodyPr wrap="none" rtlCol="0">
              <a:spAutoFit/>
            </a:bodyPr>
            <a:lstStyle/>
            <a:p>
              <a:pPr algn="ctr"/>
              <a:r>
                <a:rPr lang="en-US" sz="1600" b="1" dirty="0" smtClean="0">
                  <a:solidFill>
                    <a:srgbClr val="BF393B"/>
                  </a:solidFill>
                </a:rPr>
                <a:t>External </a:t>
              </a:r>
              <a:endParaRPr lang="en-US" sz="1600" b="1" dirty="0" smtClean="0">
                <a:solidFill>
                  <a:srgbClr val="BF393B"/>
                </a:solidFill>
              </a:endParaRPr>
            </a:p>
            <a:p>
              <a:pPr algn="ctr"/>
              <a:r>
                <a:rPr lang="en-US" sz="1600" b="1" dirty="0" smtClean="0">
                  <a:solidFill>
                    <a:srgbClr val="BF393B"/>
                  </a:solidFill>
                </a:rPr>
                <a:t>Integration</a:t>
              </a:r>
              <a:endParaRPr lang="en-IN" b="1" dirty="0">
                <a:solidFill>
                  <a:srgbClr val="BF393B"/>
                </a:solidFill>
              </a:endParaRPr>
            </a:p>
          </p:txBody>
        </p:sp>
        <p:sp>
          <p:nvSpPr>
            <p:cNvPr id="29" name="Rectangle 28"/>
            <p:cNvSpPr/>
            <p:nvPr/>
          </p:nvSpPr>
          <p:spPr>
            <a:xfrm>
              <a:off x="7247969" y="2138081"/>
              <a:ext cx="3948954" cy="2958186"/>
            </a:xfrm>
            <a:prstGeom prst="rect">
              <a:avLst/>
            </a:prstGeom>
            <a:noFill/>
            <a:ln>
              <a:solidFill>
                <a:srgbClr val="DE34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Oval 29"/>
            <p:cNvSpPr/>
            <p:nvPr/>
          </p:nvSpPr>
          <p:spPr>
            <a:xfrm>
              <a:off x="8606122" y="1398155"/>
              <a:ext cx="1264024" cy="1181252"/>
            </a:xfrm>
            <a:prstGeom prst="ellipse">
              <a:avLst/>
            </a:prstGeom>
            <a:solidFill>
              <a:srgbClr val="DE347C"/>
            </a:solidFill>
            <a:ln>
              <a:solidFill>
                <a:srgbClr val="D42C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Rectangle 30"/>
            <p:cNvSpPr/>
            <p:nvPr/>
          </p:nvSpPr>
          <p:spPr>
            <a:xfrm>
              <a:off x="7247969" y="3206197"/>
              <a:ext cx="3948954" cy="1890069"/>
            </a:xfrm>
            <a:prstGeom prst="rect">
              <a:avLst/>
            </a:prstGeom>
          </p:spPr>
          <p:txBody>
            <a:bodyPr wrap="square">
              <a:spAutoFit/>
            </a:bodyPr>
            <a:lstStyle/>
            <a:p>
              <a:pPr>
                <a:lnSpc>
                  <a:spcPct val="120000"/>
                </a:lnSpc>
              </a:pPr>
              <a:r>
                <a:rPr lang="en-US" altLang="en-IN" sz="1400" dirty="0" smtClean="0">
                  <a:solidFill>
                    <a:srgbClr val="DE347C"/>
                  </a:solidFill>
                  <a:latin typeface="Calibri" panose="020F0502020204030204" pitchFamily="34" charset="0"/>
                  <a:cs typeface="Calibri" panose="020F0502020204030204" pitchFamily="34" charset="0"/>
                  <a:sym typeface="+mn-ea"/>
                </a:rPr>
                <a:t>Billing Integration</a:t>
              </a:r>
              <a:endParaRPr lang="en-US" altLang="en-IN" sz="1400" dirty="0" smtClean="0">
                <a:solidFill>
                  <a:srgbClr val="DE347C"/>
                </a:solidFill>
                <a:latin typeface="Calibri" panose="020F0502020204030204" pitchFamily="34" charset="0"/>
                <a:cs typeface="Calibri" panose="020F0502020204030204" pitchFamily="34" charset="0"/>
                <a:sym typeface="+mn-ea"/>
              </a:endParaRPr>
            </a:p>
            <a:p>
              <a:pPr>
                <a:lnSpc>
                  <a:spcPct val="120000"/>
                </a:lnSpc>
              </a:pPr>
              <a:endParaRPr lang="en-US" altLang="en-IN" sz="1400" dirty="0">
                <a:solidFill>
                  <a:schemeClr val="tx1"/>
                </a:solidFill>
                <a:latin typeface="Calibri" panose="020F0502020204030204" pitchFamily="34" charset="0"/>
                <a:cs typeface="Calibri" panose="020F0502020204030204" pitchFamily="34" charset="0"/>
                <a:sym typeface="+mn-ea"/>
              </a:endParaRPr>
            </a:p>
            <a:p>
              <a:pPr>
                <a:lnSpc>
                  <a:spcPct val="120000"/>
                </a:lnSpc>
              </a:pPr>
              <a:r>
                <a:rPr lang="en-US" altLang="en-IN" sz="1400" dirty="0" smtClean="0">
                  <a:latin typeface="Calibri" panose="020F0502020204030204" pitchFamily="34" charset="0"/>
                  <a:cs typeface="Calibri" panose="020F0502020204030204" pitchFamily="34" charset="0"/>
                  <a:sym typeface="+mn-ea"/>
                </a:rPr>
                <a:t>Billing Integration will be part of RI Integration with other application. It is required for generation of RI  Accounting entries in operation side to transfer to Finance Module in ORION GL</a:t>
              </a:r>
              <a:endParaRPr lang="en-US" altLang="en-IN" sz="1400" dirty="0" smtClean="0">
                <a:latin typeface="Calibri" panose="020F0502020204030204" pitchFamily="34" charset="0"/>
                <a:cs typeface="Calibri" panose="020F0502020204030204" pitchFamily="34" charset="0"/>
                <a:sym typeface="+mn-ea"/>
              </a:endParaRPr>
            </a:p>
            <a:p>
              <a:pPr>
                <a:lnSpc>
                  <a:spcPct val="120000"/>
                </a:lnSpc>
              </a:pPr>
              <a:endParaRPr lang="en-US" altLang="en-IN" sz="1335" dirty="0" smtClean="0">
                <a:solidFill>
                  <a:schemeClr val="tx1"/>
                </a:solidFill>
                <a:latin typeface="Calibri" panose="020F0502020204030204" pitchFamily="34" charset="0"/>
                <a:cs typeface="Calibri" panose="020F0502020204030204" pitchFamily="34" charset="0"/>
              </a:endParaRPr>
            </a:p>
          </p:txBody>
        </p:sp>
        <p:sp>
          <p:nvSpPr>
            <p:cNvPr id="32" name="TextBox 31"/>
            <p:cNvSpPr txBox="1"/>
            <p:nvPr/>
          </p:nvSpPr>
          <p:spPr>
            <a:xfrm>
              <a:off x="7991788" y="2713877"/>
              <a:ext cx="2461315" cy="338554"/>
            </a:xfrm>
            <a:prstGeom prst="rect">
              <a:avLst/>
            </a:prstGeom>
            <a:noFill/>
          </p:spPr>
          <p:txBody>
            <a:bodyPr wrap="none" rtlCol="0">
              <a:spAutoFit/>
            </a:bodyPr>
            <a:lstStyle/>
            <a:p>
              <a:pPr algn="ctr"/>
              <a:r>
                <a:rPr lang="en-US" sz="1600" b="1" dirty="0" smtClean="0">
                  <a:solidFill>
                    <a:srgbClr val="D42C98"/>
                  </a:solidFill>
                </a:rPr>
                <a:t>Other Modules Integration</a:t>
              </a:r>
              <a:endParaRPr lang="en-IN" b="1" dirty="0">
                <a:solidFill>
                  <a:srgbClr val="D42C98"/>
                </a:solidFill>
              </a:endParaRPr>
            </a:p>
          </p:txBody>
        </p:sp>
        <p:pic>
          <p:nvPicPr>
            <p:cNvPr id="33" name="Picture 32"/>
            <p:cNvPicPr>
              <a:picLocks noChangeAspect="1"/>
            </p:cNvPicPr>
            <p:nvPr/>
          </p:nvPicPr>
          <p:blipFill>
            <a:blip r:embed="rId3"/>
            <a:stretch>
              <a:fillRect/>
            </a:stretch>
          </p:blipFill>
          <p:spPr>
            <a:xfrm>
              <a:off x="8900272" y="1650063"/>
              <a:ext cx="702618" cy="702618"/>
            </a:xfrm>
            <a:prstGeom prst="ellipse">
              <a:avLst/>
            </a:prstGeom>
          </p:spPr>
        </p:pic>
      </p:gr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07767" y="0"/>
            <a:ext cx="6038683" cy="382289"/>
          </a:xfrm>
        </p:spPr>
        <p:txBody>
          <a:bodyPr>
            <a:normAutofit fontScale="90000"/>
          </a:bodyPr>
          <a:lstStyle/>
          <a:p>
            <a:r>
              <a:rPr lang="en-US" dirty="0" smtClean="0"/>
              <a:t>RI Integration</a:t>
            </a:r>
            <a:endParaRPr lang="en-US" dirty="0"/>
          </a:p>
        </p:txBody>
      </p:sp>
      <p:grpSp>
        <p:nvGrpSpPr>
          <p:cNvPr id="2" name="Group 1"/>
          <p:cNvGrpSpPr/>
          <p:nvPr/>
        </p:nvGrpSpPr>
        <p:grpSpPr>
          <a:xfrm>
            <a:off x="114019" y="255160"/>
            <a:ext cx="11907652" cy="6215733"/>
            <a:chOff x="114019" y="255160"/>
            <a:chExt cx="11907652" cy="6215733"/>
          </a:xfrm>
        </p:grpSpPr>
        <p:pic>
          <p:nvPicPr>
            <p:cNvPr id="17" name="Picture 16"/>
            <p:cNvPicPr>
              <a:picLocks noChangeAspect="1"/>
            </p:cNvPicPr>
            <p:nvPr/>
          </p:nvPicPr>
          <p:blipFill rotWithShape="1">
            <a:blip r:embed="rId1"/>
            <a:srcRect r="48694"/>
            <a:stretch>
              <a:fillRect/>
            </a:stretch>
          </p:blipFill>
          <p:spPr>
            <a:xfrm>
              <a:off x="114019" y="470646"/>
              <a:ext cx="6690193" cy="5943600"/>
            </a:xfrm>
            <a:prstGeom prst="rect">
              <a:avLst/>
            </a:prstGeom>
          </p:spPr>
        </p:pic>
        <p:sp>
          <p:nvSpPr>
            <p:cNvPr id="18" name="Rectangle 17"/>
            <p:cNvSpPr/>
            <p:nvPr/>
          </p:nvSpPr>
          <p:spPr>
            <a:xfrm>
              <a:off x="7247969" y="950448"/>
              <a:ext cx="4773702" cy="1651047"/>
            </a:xfrm>
            <a:prstGeom prst="rect">
              <a:avLst/>
            </a:prstGeom>
            <a:noFill/>
            <a:ln>
              <a:solidFill>
                <a:srgbClr val="DE34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p:cNvSpPr/>
            <p:nvPr/>
          </p:nvSpPr>
          <p:spPr>
            <a:xfrm>
              <a:off x="9090214" y="255160"/>
              <a:ext cx="1264024" cy="1181252"/>
            </a:xfrm>
            <a:prstGeom prst="ellipse">
              <a:avLst/>
            </a:prstGeom>
            <a:solidFill>
              <a:srgbClr val="BC363D"/>
            </a:solidFill>
            <a:ln>
              <a:solidFill>
                <a:srgbClr val="D42C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Rectangle 33"/>
            <p:cNvSpPr/>
            <p:nvPr/>
          </p:nvSpPr>
          <p:spPr>
            <a:xfrm>
              <a:off x="7247969" y="2063202"/>
              <a:ext cx="4773702" cy="350865"/>
            </a:xfrm>
            <a:prstGeom prst="rect">
              <a:avLst/>
            </a:prstGeom>
          </p:spPr>
          <p:txBody>
            <a:bodyPr wrap="square">
              <a:spAutoFit/>
            </a:bodyPr>
            <a:lstStyle/>
            <a:p>
              <a:pPr>
                <a:lnSpc>
                  <a:spcPct val="120000"/>
                </a:lnSpc>
              </a:pPr>
              <a:r>
                <a:rPr lang="en-US" altLang="en-IN" sz="1400" dirty="0" smtClean="0">
                  <a:latin typeface="Calibri" panose="020F0502020204030204" pitchFamily="34" charset="0"/>
                  <a:cs typeface="Calibri" panose="020F0502020204030204" pitchFamily="34" charset="0"/>
                  <a:sym typeface="+mn-ea"/>
                </a:rPr>
                <a:t>Google Integration for viewing location-wise accumulated Risks</a:t>
              </a:r>
              <a:endParaRPr lang="en-US" altLang="en-IN" sz="1335" dirty="0" smtClean="0">
                <a:solidFill>
                  <a:schemeClr val="tx1"/>
                </a:solidFill>
                <a:latin typeface="Calibri" panose="020F0502020204030204" pitchFamily="34" charset="0"/>
                <a:cs typeface="Calibri" panose="020F0502020204030204" pitchFamily="34" charset="0"/>
              </a:endParaRPr>
            </a:p>
          </p:txBody>
        </p:sp>
        <p:sp>
          <p:nvSpPr>
            <p:cNvPr id="35" name="TextBox 34"/>
            <p:cNvSpPr txBox="1"/>
            <p:nvPr/>
          </p:nvSpPr>
          <p:spPr>
            <a:xfrm>
              <a:off x="3482795" y="2948499"/>
              <a:ext cx="1483804" cy="369332"/>
            </a:xfrm>
            <a:prstGeom prst="rect">
              <a:avLst/>
            </a:prstGeom>
            <a:noFill/>
          </p:spPr>
          <p:txBody>
            <a:bodyPr wrap="none" rtlCol="0">
              <a:spAutoFit/>
            </a:bodyPr>
            <a:lstStyle/>
            <a:p>
              <a:r>
                <a:rPr lang="en-US" b="1" dirty="0" smtClean="0">
                  <a:solidFill>
                    <a:schemeClr val="accent5">
                      <a:lumMod val="50000"/>
                    </a:schemeClr>
                  </a:solidFill>
                </a:rPr>
                <a:t>RI Integration</a:t>
              </a:r>
              <a:endParaRPr lang="en-IN" b="1" dirty="0">
                <a:solidFill>
                  <a:schemeClr val="accent5">
                    <a:lumMod val="50000"/>
                  </a:schemeClr>
                </a:solidFill>
              </a:endParaRPr>
            </a:p>
          </p:txBody>
        </p:sp>
        <p:pic>
          <p:nvPicPr>
            <p:cNvPr id="36" name="Picture 35"/>
            <p:cNvPicPr>
              <a:picLocks noChangeAspect="1"/>
            </p:cNvPicPr>
            <p:nvPr/>
          </p:nvPicPr>
          <p:blipFill>
            <a:blip r:embed="rId2"/>
            <a:stretch>
              <a:fillRect/>
            </a:stretch>
          </p:blipFill>
          <p:spPr>
            <a:xfrm>
              <a:off x="3916180" y="3348319"/>
              <a:ext cx="617034" cy="614082"/>
            </a:xfrm>
            <a:prstGeom prst="rect">
              <a:avLst/>
            </a:prstGeom>
          </p:spPr>
        </p:pic>
        <p:sp>
          <p:nvSpPr>
            <p:cNvPr id="37" name="TextBox 36"/>
            <p:cNvSpPr txBox="1"/>
            <p:nvPr/>
          </p:nvSpPr>
          <p:spPr>
            <a:xfrm>
              <a:off x="3723889" y="1114379"/>
              <a:ext cx="868251" cy="338554"/>
            </a:xfrm>
            <a:prstGeom prst="rect">
              <a:avLst/>
            </a:prstGeom>
            <a:noFill/>
          </p:spPr>
          <p:txBody>
            <a:bodyPr wrap="none" rtlCol="0">
              <a:spAutoFit/>
            </a:bodyPr>
            <a:lstStyle/>
            <a:p>
              <a:r>
                <a:rPr lang="en-US" sz="1600" b="1" dirty="0" smtClean="0">
                  <a:solidFill>
                    <a:srgbClr val="008AC1"/>
                  </a:solidFill>
                </a:rPr>
                <a:t>Masters</a:t>
              </a:r>
              <a:endParaRPr lang="en-IN" b="1" dirty="0">
                <a:solidFill>
                  <a:srgbClr val="008AC1"/>
                </a:solidFill>
              </a:endParaRPr>
            </a:p>
          </p:txBody>
        </p:sp>
        <p:sp>
          <p:nvSpPr>
            <p:cNvPr id="38" name="TextBox 37"/>
            <p:cNvSpPr txBox="1"/>
            <p:nvPr/>
          </p:nvSpPr>
          <p:spPr>
            <a:xfrm>
              <a:off x="5431702" y="1893610"/>
              <a:ext cx="1152367" cy="830997"/>
            </a:xfrm>
            <a:prstGeom prst="rect">
              <a:avLst/>
            </a:prstGeom>
            <a:noFill/>
          </p:spPr>
          <p:txBody>
            <a:bodyPr wrap="none" rtlCol="0">
              <a:spAutoFit/>
            </a:bodyPr>
            <a:lstStyle/>
            <a:p>
              <a:pPr algn="ctr"/>
              <a:r>
                <a:rPr lang="en-US" sz="1600" b="1" dirty="0" smtClean="0">
                  <a:solidFill>
                    <a:srgbClr val="6BA42C"/>
                  </a:solidFill>
                </a:rPr>
                <a:t>Code </a:t>
              </a:r>
              <a:endParaRPr lang="en-US" sz="1600" b="1" dirty="0" smtClean="0">
                <a:solidFill>
                  <a:srgbClr val="6BA42C"/>
                </a:solidFill>
              </a:endParaRPr>
            </a:p>
            <a:p>
              <a:pPr algn="ctr"/>
              <a:r>
                <a:rPr lang="en-US" sz="1600" b="1" dirty="0" smtClean="0">
                  <a:solidFill>
                    <a:srgbClr val="6BA42C"/>
                  </a:solidFill>
                </a:rPr>
                <a:t>&amp; </a:t>
              </a:r>
              <a:endParaRPr lang="en-US" sz="1600" b="1" dirty="0" smtClean="0">
                <a:solidFill>
                  <a:srgbClr val="6BA42C"/>
                </a:solidFill>
              </a:endParaRPr>
            </a:p>
            <a:p>
              <a:pPr algn="ctr"/>
              <a:r>
                <a:rPr lang="en-US" sz="1600" b="1" dirty="0" smtClean="0">
                  <a:solidFill>
                    <a:srgbClr val="6BA42C"/>
                  </a:solidFill>
                </a:rPr>
                <a:t>Parameters</a:t>
              </a:r>
              <a:endParaRPr lang="en-IN" b="1" dirty="0">
                <a:solidFill>
                  <a:srgbClr val="6BA42C"/>
                </a:solidFill>
              </a:endParaRPr>
            </a:p>
          </p:txBody>
        </p:sp>
        <p:sp>
          <p:nvSpPr>
            <p:cNvPr id="39" name="TextBox 38"/>
            <p:cNvSpPr txBox="1"/>
            <p:nvPr/>
          </p:nvSpPr>
          <p:spPr>
            <a:xfrm>
              <a:off x="5568405" y="4226110"/>
              <a:ext cx="878960" cy="338554"/>
            </a:xfrm>
            <a:prstGeom prst="rect">
              <a:avLst/>
            </a:prstGeom>
            <a:noFill/>
          </p:spPr>
          <p:txBody>
            <a:bodyPr wrap="none" rtlCol="0">
              <a:spAutoFit/>
            </a:bodyPr>
            <a:lstStyle/>
            <a:p>
              <a:pPr algn="ctr"/>
              <a:r>
                <a:rPr lang="en-US" sz="1600" b="1" dirty="0" smtClean="0">
                  <a:solidFill>
                    <a:srgbClr val="7030A0"/>
                  </a:solidFill>
                </a:rPr>
                <a:t>Services</a:t>
              </a:r>
              <a:endParaRPr lang="en-IN" b="1" dirty="0">
                <a:solidFill>
                  <a:srgbClr val="7030A0"/>
                </a:solidFill>
              </a:endParaRPr>
            </a:p>
          </p:txBody>
        </p:sp>
        <p:sp>
          <p:nvSpPr>
            <p:cNvPr id="40" name="TextBox 39"/>
            <p:cNvSpPr txBox="1"/>
            <p:nvPr/>
          </p:nvSpPr>
          <p:spPr>
            <a:xfrm>
              <a:off x="3847737" y="5292910"/>
              <a:ext cx="620556" cy="338554"/>
            </a:xfrm>
            <a:prstGeom prst="rect">
              <a:avLst/>
            </a:prstGeom>
            <a:noFill/>
          </p:spPr>
          <p:txBody>
            <a:bodyPr wrap="none" rtlCol="0">
              <a:spAutoFit/>
            </a:bodyPr>
            <a:lstStyle/>
            <a:p>
              <a:pPr algn="ctr"/>
              <a:r>
                <a:rPr lang="en-US" sz="1600" b="1" dirty="0" smtClean="0">
                  <a:solidFill>
                    <a:srgbClr val="E1721F"/>
                  </a:solidFill>
                </a:rPr>
                <a:t>Tools</a:t>
              </a:r>
              <a:endParaRPr lang="en-IN" b="1" dirty="0">
                <a:solidFill>
                  <a:srgbClr val="E1721F"/>
                </a:solidFill>
              </a:endParaRPr>
            </a:p>
          </p:txBody>
        </p:sp>
        <p:sp>
          <p:nvSpPr>
            <p:cNvPr id="41" name="TextBox 40"/>
            <p:cNvSpPr txBox="1"/>
            <p:nvPr/>
          </p:nvSpPr>
          <p:spPr>
            <a:xfrm>
              <a:off x="1770697" y="3962401"/>
              <a:ext cx="1126013" cy="830997"/>
            </a:xfrm>
            <a:prstGeom prst="rect">
              <a:avLst/>
            </a:prstGeom>
            <a:noFill/>
          </p:spPr>
          <p:txBody>
            <a:bodyPr wrap="none" rtlCol="0">
              <a:spAutoFit/>
            </a:bodyPr>
            <a:lstStyle/>
            <a:p>
              <a:pPr algn="ctr"/>
              <a:r>
                <a:rPr lang="en-US" sz="1600" b="1" dirty="0" smtClean="0">
                  <a:solidFill>
                    <a:srgbClr val="D42C98"/>
                  </a:solidFill>
                </a:rPr>
                <a:t>Other </a:t>
              </a:r>
              <a:endParaRPr lang="en-US" sz="1600" b="1" dirty="0" smtClean="0">
                <a:solidFill>
                  <a:srgbClr val="D42C98"/>
                </a:solidFill>
              </a:endParaRPr>
            </a:p>
            <a:p>
              <a:pPr algn="ctr"/>
              <a:r>
                <a:rPr lang="en-US" sz="1600" b="1" dirty="0" smtClean="0">
                  <a:solidFill>
                    <a:srgbClr val="D42C98"/>
                  </a:solidFill>
                </a:rPr>
                <a:t>Modules </a:t>
              </a:r>
              <a:endParaRPr lang="en-US" sz="1600" b="1" dirty="0" smtClean="0">
                <a:solidFill>
                  <a:srgbClr val="D42C98"/>
                </a:solidFill>
              </a:endParaRPr>
            </a:p>
            <a:p>
              <a:pPr algn="ctr"/>
              <a:r>
                <a:rPr lang="en-US" sz="1600" b="1" dirty="0" smtClean="0">
                  <a:solidFill>
                    <a:srgbClr val="D42C98"/>
                  </a:solidFill>
                </a:rPr>
                <a:t>Integration</a:t>
              </a:r>
              <a:endParaRPr lang="en-IN" b="1" dirty="0">
                <a:solidFill>
                  <a:srgbClr val="D42C98"/>
                </a:solidFill>
              </a:endParaRPr>
            </a:p>
          </p:txBody>
        </p:sp>
        <p:sp>
          <p:nvSpPr>
            <p:cNvPr id="42" name="TextBox 41"/>
            <p:cNvSpPr txBox="1"/>
            <p:nvPr/>
          </p:nvSpPr>
          <p:spPr>
            <a:xfrm>
              <a:off x="1770697" y="2016720"/>
              <a:ext cx="1126013" cy="584775"/>
            </a:xfrm>
            <a:prstGeom prst="rect">
              <a:avLst/>
            </a:prstGeom>
            <a:noFill/>
          </p:spPr>
          <p:txBody>
            <a:bodyPr wrap="none" rtlCol="0">
              <a:spAutoFit/>
            </a:bodyPr>
            <a:lstStyle/>
            <a:p>
              <a:pPr algn="ctr"/>
              <a:r>
                <a:rPr lang="en-US" sz="1600" b="1" dirty="0" smtClean="0">
                  <a:solidFill>
                    <a:srgbClr val="BF393B"/>
                  </a:solidFill>
                </a:rPr>
                <a:t>External </a:t>
              </a:r>
              <a:endParaRPr lang="en-US" sz="1600" b="1" dirty="0" smtClean="0">
                <a:solidFill>
                  <a:srgbClr val="BF393B"/>
                </a:solidFill>
              </a:endParaRPr>
            </a:p>
            <a:p>
              <a:pPr algn="ctr"/>
              <a:r>
                <a:rPr lang="en-US" sz="1600" b="1" dirty="0" smtClean="0">
                  <a:solidFill>
                    <a:srgbClr val="BF393B"/>
                  </a:solidFill>
                </a:rPr>
                <a:t>Integration</a:t>
              </a:r>
              <a:endParaRPr lang="en-IN" b="1" dirty="0">
                <a:solidFill>
                  <a:srgbClr val="BF393B"/>
                </a:solidFill>
              </a:endParaRPr>
            </a:p>
          </p:txBody>
        </p:sp>
        <p:sp>
          <p:nvSpPr>
            <p:cNvPr id="43" name="TextBox 42"/>
            <p:cNvSpPr txBox="1"/>
            <p:nvPr/>
          </p:nvSpPr>
          <p:spPr>
            <a:xfrm>
              <a:off x="8713692" y="1507826"/>
              <a:ext cx="2138082" cy="338554"/>
            </a:xfrm>
            <a:prstGeom prst="rect">
              <a:avLst/>
            </a:prstGeom>
            <a:noFill/>
          </p:spPr>
          <p:txBody>
            <a:bodyPr wrap="square" rtlCol="0">
              <a:spAutoFit/>
            </a:bodyPr>
            <a:lstStyle/>
            <a:p>
              <a:pPr algn="ctr"/>
              <a:r>
                <a:rPr lang="en-US" sz="1600" b="1" dirty="0" smtClean="0">
                  <a:solidFill>
                    <a:srgbClr val="BF393B"/>
                  </a:solidFill>
                </a:rPr>
                <a:t>External Integration</a:t>
              </a:r>
              <a:endParaRPr lang="en-IN" b="1" dirty="0">
                <a:solidFill>
                  <a:srgbClr val="BF393B"/>
                </a:solidFill>
              </a:endParaRPr>
            </a:p>
          </p:txBody>
        </p:sp>
        <p:pic>
          <p:nvPicPr>
            <p:cNvPr id="44" name="Picture 43"/>
            <p:cNvPicPr>
              <a:picLocks noChangeAspect="1"/>
            </p:cNvPicPr>
            <p:nvPr/>
          </p:nvPicPr>
          <p:blipFill>
            <a:blip r:embed="rId3"/>
            <a:stretch>
              <a:fillRect/>
            </a:stretch>
          </p:blipFill>
          <p:spPr>
            <a:xfrm>
              <a:off x="9259801" y="415646"/>
              <a:ext cx="924850" cy="883370"/>
            </a:xfrm>
            <a:prstGeom prst="ellipse">
              <a:avLst/>
            </a:prstGeom>
          </p:spPr>
        </p:pic>
        <p:sp>
          <p:nvSpPr>
            <p:cNvPr id="45" name="Rectangle 44"/>
            <p:cNvSpPr/>
            <p:nvPr/>
          </p:nvSpPr>
          <p:spPr>
            <a:xfrm>
              <a:off x="7373475" y="3500718"/>
              <a:ext cx="4648196" cy="2970175"/>
            </a:xfrm>
            <a:prstGeom prst="rect">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Rectangle 45"/>
            <p:cNvSpPr/>
            <p:nvPr/>
          </p:nvSpPr>
          <p:spPr>
            <a:xfrm>
              <a:off x="7373475" y="4568834"/>
              <a:ext cx="4648196" cy="1902059"/>
            </a:xfrm>
            <a:prstGeom prst="rect">
              <a:avLst/>
            </a:prstGeom>
          </p:spPr>
          <p:txBody>
            <a:bodyPr wrap="square">
              <a:spAutoFit/>
            </a:bodyPr>
            <a:lstStyle/>
            <a:p>
              <a:pPr marL="363855" lvl="2" indent="-363855">
                <a:lnSpc>
                  <a:spcPct val="140000"/>
                </a:lnSpc>
                <a:buFont typeface="Wingdings" panose="05000000000000000000" charset="0"/>
                <a:buChar char="ü"/>
              </a:pPr>
              <a:r>
                <a:rPr lang="en-US" altLang="en-IN" sz="1200" dirty="0" smtClean="0">
                  <a:solidFill>
                    <a:schemeClr val="tx1"/>
                  </a:solidFill>
                  <a:latin typeface="Calibri" panose="020F0502020204030204" pitchFamily="34" charset="0"/>
                  <a:cs typeface="Calibri" panose="020F0502020204030204" pitchFamily="34" charset="0"/>
                  <a:sym typeface="+mn-ea"/>
                </a:rPr>
                <a:t>All RI related transaction from legacy system to be migrated to the specified format in integrated RI module. </a:t>
              </a:r>
              <a:endParaRPr lang="en-US" altLang="en-IN" sz="1200" dirty="0" smtClean="0">
                <a:solidFill>
                  <a:schemeClr val="tx1"/>
                </a:solidFill>
                <a:latin typeface="Calibri" panose="020F0502020204030204" pitchFamily="34" charset="0"/>
                <a:cs typeface="Calibri" panose="020F0502020204030204" pitchFamily="34" charset="0"/>
                <a:sym typeface="+mn-ea"/>
              </a:endParaRPr>
            </a:p>
            <a:p>
              <a:pPr marL="363855" lvl="2" indent="-363855">
                <a:lnSpc>
                  <a:spcPct val="140000"/>
                </a:lnSpc>
                <a:buFont typeface="Wingdings" panose="05000000000000000000" charset="0"/>
                <a:buChar char="ü"/>
              </a:pPr>
              <a:r>
                <a:rPr lang="en-US" altLang="en-IN" sz="1200" dirty="0" smtClean="0">
                  <a:solidFill>
                    <a:schemeClr val="tx1"/>
                  </a:solidFill>
                  <a:latin typeface="Calibri" panose="020F0502020204030204" pitchFamily="34" charset="0"/>
                  <a:cs typeface="Calibri" panose="020F0502020204030204" pitchFamily="34" charset="0"/>
                  <a:sym typeface="+mn-ea"/>
                </a:rPr>
                <a:t>If there is no RI Module in legacy system, newly implemented then for the existing UW &amp; Claims transaction allocation to be done in batch process and should get tally with the existing value which has been arrived manually</a:t>
              </a:r>
              <a:endParaRPr lang="en-US" altLang="en-IN" sz="1200" dirty="0" smtClean="0">
                <a:solidFill>
                  <a:schemeClr val="tx1"/>
                </a:solidFill>
                <a:latin typeface="Calibri" panose="020F0502020204030204" pitchFamily="34" charset="0"/>
                <a:cs typeface="Calibri" panose="020F0502020204030204" pitchFamily="34" charset="0"/>
                <a:sym typeface="+mn-ea"/>
              </a:endParaRPr>
            </a:p>
            <a:p>
              <a:pPr marL="363855" lvl="2" indent="-363855">
                <a:lnSpc>
                  <a:spcPct val="140000"/>
                </a:lnSpc>
                <a:buFont typeface="Wingdings" panose="05000000000000000000" charset="0"/>
                <a:buChar char="ü"/>
              </a:pPr>
              <a:r>
                <a:rPr lang="en-US" altLang="en-IN" sz="1200" dirty="0" smtClean="0">
                  <a:solidFill>
                    <a:schemeClr val="tx1"/>
                  </a:solidFill>
                  <a:latin typeface="Calibri" panose="020F0502020204030204" pitchFamily="34" charset="0"/>
                  <a:cs typeface="Calibri" panose="020F0502020204030204" pitchFamily="34" charset="0"/>
                  <a:sym typeface="+mn-ea"/>
                </a:rPr>
                <a:t>Migrating of RI related opening balance details</a:t>
              </a:r>
              <a:endParaRPr lang="en-US" altLang="en-IN" sz="1335" dirty="0" smtClean="0">
                <a:solidFill>
                  <a:schemeClr val="tx1"/>
                </a:solidFill>
                <a:latin typeface="Calibri" panose="020F0502020204030204" pitchFamily="34" charset="0"/>
                <a:cs typeface="Calibri" panose="020F0502020204030204" pitchFamily="34" charset="0"/>
              </a:endParaRPr>
            </a:p>
          </p:txBody>
        </p:sp>
        <p:sp>
          <p:nvSpPr>
            <p:cNvPr id="47" name="TextBox 46"/>
            <p:cNvSpPr txBox="1"/>
            <p:nvPr/>
          </p:nvSpPr>
          <p:spPr>
            <a:xfrm>
              <a:off x="8731622" y="4214652"/>
              <a:ext cx="2138082" cy="338554"/>
            </a:xfrm>
            <a:prstGeom prst="rect">
              <a:avLst/>
            </a:prstGeom>
            <a:noFill/>
          </p:spPr>
          <p:txBody>
            <a:bodyPr wrap="square" rtlCol="0">
              <a:spAutoFit/>
            </a:bodyPr>
            <a:lstStyle/>
            <a:p>
              <a:pPr algn="ctr"/>
              <a:r>
                <a:rPr lang="en-US" sz="1600" b="1" dirty="0" smtClean="0">
                  <a:solidFill>
                    <a:schemeClr val="accent5">
                      <a:lumMod val="50000"/>
                    </a:schemeClr>
                  </a:solidFill>
                </a:rPr>
                <a:t>Data Migration</a:t>
              </a:r>
              <a:endParaRPr lang="en-IN" b="1" dirty="0">
                <a:solidFill>
                  <a:schemeClr val="accent5">
                    <a:lumMod val="50000"/>
                  </a:schemeClr>
                </a:solidFill>
              </a:endParaRPr>
            </a:p>
          </p:txBody>
        </p:sp>
        <p:pic>
          <p:nvPicPr>
            <p:cNvPr id="48" name="Picture 47"/>
            <p:cNvPicPr>
              <a:picLocks noChangeAspect="1"/>
            </p:cNvPicPr>
            <p:nvPr/>
          </p:nvPicPr>
          <p:blipFill>
            <a:blip r:embed="rId4"/>
            <a:stretch>
              <a:fillRect/>
            </a:stretch>
          </p:blipFill>
          <p:spPr>
            <a:xfrm>
              <a:off x="8731622" y="2724607"/>
              <a:ext cx="2085975" cy="1609725"/>
            </a:xfrm>
            <a:prstGeom prst="rect">
              <a:avLst/>
            </a:prstGeom>
          </p:spPr>
        </p:pic>
      </p:gr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US" dirty="0" smtClean="0">
                <a:latin typeface="Calibri" panose="020F0502020204030204" pitchFamily="34" charset="0"/>
                <a:cs typeface="Calibri" panose="020F0502020204030204" pitchFamily="34" charset="0"/>
              </a:rPr>
              <a:t>Thank You</a:t>
            </a:r>
            <a:endParaRPr lang="en-IN" dirty="0">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Azentio NEW Brand Colors">
      <a:dk1>
        <a:srgbClr val="000000"/>
      </a:dk1>
      <a:lt1>
        <a:srgbClr val="FFFFFF"/>
      </a:lt1>
      <a:dk2>
        <a:srgbClr val="000000"/>
      </a:dk2>
      <a:lt2>
        <a:srgbClr val="FFFFFF"/>
      </a:lt2>
      <a:accent1>
        <a:srgbClr val="D74E0F"/>
      </a:accent1>
      <a:accent2>
        <a:srgbClr val="003399"/>
      </a:accent2>
      <a:accent3>
        <a:srgbClr val="666666"/>
      </a:accent3>
      <a:accent4>
        <a:srgbClr val="E17B4B"/>
      </a:accent4>
      <a:accent5>
        <a:srgbClr val="5A62AD"/>
      </a:accent5>
      <a:accent6>
        <a:srgbClr val="7F7F7F"/>
      </a:accent6>
      <a:hlink>
        <a:srgbClr val="003399"/>
      </a:hlink>
      <a:folHlink>
        <a:srgbClr val="747AB8"/>
      </a:folHlink>
    </a:clrScheme>
    <a:fontScheme name="Azentio_Font">
      <a:majorFont>
        <a:latin typeface="Segoe UI Semibold"/>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Azentio Insurance Core Suite - WSR V0.0 - Dec 24 2021</Template>
  <TotalTime>0</TotalTime>
  <Words>3751</Words>
  <Application>WPS Presentation</Application>
  <PresentationFormat>Widescreen</PresentationFormat>
  <Paragraphs>260</Paragraphs>
  <Slides>11</Slides>
  <Notes>0</Notes>
  <HiddenSlides>0</HiddenSlides>
  <MMClips>0</MMClips>
  <ScaleCrop>false</ScaleCrop>
  <HeadingPairs>
    <vt:vector size="6" baseType="variant">
      <vt:variant>
        <vt:lpstr>已用的字体</vt:lpstr>
      </vt:variant>
      <vt:variant>
        <vt:i4>22</vt:i4>
      </vt:variant>
      <vt:variant>
        <vt:lpstr>主题</vt:lpstr>
      </vt:variant>
      <vt:variant>
        <vt:i4>1</vt:i4>
      </vt:variant>
      <vt:variant>
        <vt:lpstr>幻灯片标题</vt:lpstr>
      </vt:variant>
      <vt:variant>
        <vt:i4>11</vt:i4>
      </vt:variant>
    </vt:vector>
  </HeadingPairs>
  <TitlesOfParts>
    <vt:vector size="34" baseType="lpstr">
      <vt:lpstr>Arial</vt:lpstr>
      <vt:lpstr>SimSun</vt:lpstr>
      <vt:lpstr>Wingdings</vt:lpstr>
      <vt:lpstr>Segoe UI</vt:lpstr>
      <vt:lpstr>Roboto</vt:lpstr>
      <vt:lpstr>Wide Latin</vt:lpstr>
      <vt:lpstr>Arial</vt:lpstr>
      <vt:lpstr>Helvetica</vt:lpstr>
      <vt:lpstr>Roboto Light</vt:lpstr>
      <vt:lpstr>Calibri</vt:lpstr>
      <vt:lpstr>Helvetica Neue Thin</vt:lpstr>
      <vt:lpstr>Segoe UI Bold</vt:lpstr>
      <vt:lpstr>Segoe UI Semibold</vt:lpstr>
      <vt:lpstr>Segoe Print</vt:lpstr>
      <vt:lpstr>Segoe UI Semilight</vt:lpstr>
      <vt:lpstr>Segoe UI Light</vt:lpstr>
      <vt:lpstr>Calibri</vt:lpstr>
      <vt:lpstr>Calibri</vt:lpstr>
      <vt:lpstr>Wingdings</vt:lpstr>
      <vt:lpstr>Microsoft YaHei</vt:lpstr>
      <vt:lpstr>Arial Unicode MS</vt:lpstr>
      <vt:lpstr>Yu Gothic UI Semilight</vt:lpstr>
      <vt:lpstr>Office Theme</vt:lpstr>
      <vt:lpstr>Azentio Insurance Core Suite</vt:lpstr>
      <vt:lpstr>Astra – RI Module Integration</vt:lpstr>
      <vt:lpstr>Data needed from other modules</vt:lpstr>
      <vt:lpstr>RI Integration</vt:lpstr>
      <vt:lpstr>RI Integration</vt:lpstr>
      <vt:lpstr>RI Integration</vt:lpstr>
      <vt:lpstr>RI Integration</vt:lpstr>
      <vt:lpstr>RI Integration</vt:lpstr>
      <vt:lpstr>RI Integration</vt:lpstr>
      <vt:lpstr>RI Integration</vt:lpstr>
      <vt:lpstr>PowerPoint 演示文稿</vt:lpstr>
    </vt:vector>
  </TitlesOfParts>
  <Company>MFX</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Karthikeyan Ramachandran</dc:creator>
  <cp:lastModifiedBy>IN00050</cp:lastModifiedBy>
  <cp:revision>122</cp:revision>
  <dcterms:created xsi:type="dcterms:W3CDTF">2021-12-23T06:36:00Z</dcterms:created>
  <dcterms:modified xsi:type="dcterms:W3CDTF">2022-02-08T09:33:26Z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0CAB1BC072DA478CA4FFC676346F8CC3</vt:lpwstr>
  </property>
  <property fmtid="{D5CDD505-2E9C-101B-9397-08002B2CF9AE}" pid="3" name="KSOProductBuildVer">
    <vt:lpwstr>1033-11.2.0.10463</vt:lpwstr>
  </property>
</Properties>
</file>